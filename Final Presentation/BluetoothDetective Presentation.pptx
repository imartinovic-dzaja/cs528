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27"/>
  </p:notesMasterIdLst>
  <p:sldIdLst>
    <p:sldId id="256" r:id="rId2"/>
    <p:sldId id="271" r:id="rId3"/>
    <p:sldId id="257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18"/>
    <p:sldId id="275" r:id="rId19"/>
    <p:sldId id="276" r:id="rId20"/>
    <p:sldId id="278" r:id="rId21"/>
    <p:sldId id="280" r:id="rId22"/>
    <p:sldId id="279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EE2E0-4634-4D42-9CF0-C568B311448A}" v="539" dt="2022-04-28T04:33:23.432"/>
    <p1510:client id="{094FE3A0-E563-1462-2330-173FEAD50243}" v="305" dt="2022-04-28T23:10:35.653"/>
    <p1510:client id="{383824DC-FF32-C9AB-BACA-7304818945D7}" v="5" dt="2022-04-29T00:00:22.064"/>
    <p1510:client id="{4901DE44-9DD0-04A1-B3C4-DC2911209991}" v="329" dt="2022-04-29T00:51:47.792"/>
    <p1510:client id="{7B5BB234-B836-19EA-E9FA-1342C9F36A8B}" v="25" dt="2022-04-29T00:31:38.682"/>
    <p1510:client id="{B9C682B1-6A7A-5692-A54D-F408F8EDE3AF}" v="19" dt="2022-04-29T01:55:09.628"/>
    <p1510:client id="{CE0FCA7D-3D11-66F8-1B6E-1D5BE15670C0}" v="53" dt="2022-04-29T01:47:20.900"/>
    <p1510:client id="{DE939CC2-5331-4AB3-9EA9-E8DF28667AE2}" v="28" dt="2022-04-29T02:12:07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515BD3-0875-4D5A-8854-E7F57D48AA9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91F8B7D4-E89C-476E-9493-B56497E93632}">
      <dgm:prSet/>
      <dgm:spPr/>
      <dgm:t>
        <a:bodyPr/>
        <a:lstStyle/>
        <a:p>
          <a:pPr rtl="0">
            <a:defRPr cap="all"/>
          </a:pPr>
          <a:r>
            <a:rPr lang="en-US"/>
            <a:t>Container holding the </a:t>
          </a:r>
          <a:r>
            <a:rPr lang="en-US">
              <a:latin typeface="Century Schoolbook" panose="02040604050505020304"/>
            </a:rPr>
            <a:t>Bluetooth Modules</a:t>
          </a:r>
          <a:endParaRPr lang="en-US"/>
        </a:p>
      </dgm:t>
    </dgm:pt>
    <dgm:pt modelId="{0D9E62D4-4755-42AC-8227-75AC3A760654}" type="parTrans" cxnId="{89820DA0-687C-4863-8ED3-91F5DBCA194F}">
      <dgm:prSet/>
      <dgm:spPr/>
      <dgm:t>
        <a:bodyPr/>
        <a:lstStyle/>
        <a:p>
          <a:endParaRPr lang="en-US"/>
        </a:p>
      </dgm:t>
    </dgm:pt>
    <dgm:pt modelId="{136BEA20-9462-4C3F-A896-F98FF7E63CE0}" type="sibTrans" cxnId="{89820DA0-687C-4863-8ED3-91F5DBCA194F}">
      <dgm:prSet/>
      <dgm:spPr/>
      <dgm:t>
        <a:bodyPr/>
        <a:lstStyle/>
        <a:p>
          <a:endParaRPr lang="en-US"/>
        </a:p>
      </dgm:t>
    </dgm:pt>
    <dgm:pt modelId="{568A9435-2456-4E0B-938B-54C8E66F97FB}">
      <dgm:prSet/>
      <dgm:spPr/>
      <dgm:t>
        <a:bodyPr/>
        <a:lstStyle/>
        <a:p>
          <a:pPr>
            <a:defRPr cap="all"/>
          </a:pPr>
          <a:r>
            <a:rPr lang="en-US"/>
            <a:t>Attached to the phone using phone holder used in cars</a:t>
          </a:r>
        </a:p>
      </dgm:t>
    </dgm:pt>
    <dgm:pt modelId="{42D9F8E6-B214-47A5-AB46-37CBA9A2F95A}" type="parTrans" cxnId="{F98DBCC9-B3F3-42BB-B924-F1459A6CB11C}">
      <dgm:prSet/>
      <dgm:spPr/>
      <dgm:t>
        <a:bodyPr/>
        <a:lstStyle/>
        <a:p>
          <a:endParaRPr lang="en-US"/>
        </a:p>
      </dgm:t>
    </dgm:pt>
    <dgm:pt modelId="{05F4ACD8-327A-4442-8F5F-6550F8021E22}" type="sibTrans" cxnId="{F98DBCC9-B3F3-42BB-B924-F1459A6CB11C}">
      <dgm:prSet/>
      <dgm:spPr/>
      <dgm:t>
        <a:bodyPr/>
        <a:lstStyle/>
        <a:p>
          <a:endParaRPr lang="en-US"/>
        </a:p>
      </dgm:t>
    </dgm:pt>
    <dgm:pt modelId="{34698B7A-CE2F-4C97-B953-37D3DC225086}" type="pres">
      <dgm:prSet presAssocID="{B1515BD3-0875-4D5A-8854-E7F57D48AA97}" presName="root" presStyleCnt="0">
        <dgm:presLayoutVars>
          <dgm:dir/>
          <dgm:resizeHandles val="exact"/>
        </dgm:presLayoutVars>
      </dgm:prSet>
      <dgm:spPr/>
    </dgm:pt>
    <dgm:pt modelId="{7AE80B6E-1D78-41C9-99EA-E3018B47EC31}" type="pres">
      <dgm:prSet presAssocID="{91F8B7D4-E89C-476E-9493-B56497E93632}" presName="compNode" presStyleCnt="0"/>
      <dgm:spPr/>
    </dgm:pt>
    <dgm:pt modelId="{60B132CF-9C08-45CA-B950-6669A8AA7F80}" type="pres">
      <dgm:prSet presAssocID="{91F8B7D4-E89C-476E-9493-B56497E93632}" presName="iconBgRect" presStyleLbl="bgShp" presStyleIdx="0" presStyleCnt="2"/>
      <dgm:spPr/>
    </dgm:pt>
    <dgm:pt modelId="{50EF7D3B-C5EF-469D-B5FC-2C0324B5F38A}" type="pres">
      <dgm:prSet presAssocID="{91F8B7D4-E89C-476E-9493-B56497E9363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3F36EFDD-56C9-45A1-94B9-D69AE80BED72}" type="pres">
      <dgm:prSet presAssocID="{91F8B7D4-E89C-476E-9493-B56497E93632}" presName="spaceRect" presStyleCnt="0"/>
      <dgm:spPr/>
    </dgm:pt>
    <dgm:pt modelId="{6F579072-21F2-45A4-A8D3-557BB1516AB4}" type="pres">
      <dgm:prSet presAssocID="{91F8B7D4-E89C-476E-9493-B56497E93632}" presName="textRect" presStyleLbl="revTx" presStyleIdx="0" presStyleCnt="2">
        <dgm:presLayoutVars>
          <dgm:chMax val="1"/>
          <dgm:chPref val="1"/>
        </dgm:presLayoutVars>
      </dgm:prSet>
      <dgm:spPr/>
    </dgm:pt>
    <dgm:pt modelId="{51737BE0-FFA7-45F8-9057-462E4B00F326}" type="pres">
      <dgm:prSet presAssocID="{136BEA20-9462-4C3F-A896-F98FF7E63CE0}" presName="sibTrans" presStyleCnt="0"/>
      <dgm:spPr/>
    </dgm:pt>
    <dgm:pt modelId="{0D588F26-7B26-4A89-9424-85CF10C268B9}" type="pres">
      <dgm:prSet presAssocID="{568A9435-2456-4E0B-938B-54C8E66F97FB}" presName="compNode" presStyleCnt="0"/>
      <dgm:spPr/>
    </dgm:pt>
    <dgm:pt modelId="{0978EE96-4700-4C2C-918B-BA37B1967064}" type="pres">
      <dgm:prSet presAssocID="{568A9435-2456-4E0B-938B-54C8E66F97FB}" presName="iconBgRect" presStyleLbl="bgShp" presStyleIdx="1" presStyleCnt="2"/>
      <dgm:spPr/>
    </dgm:pt>
    <dgm:pt modelId="{A12BB2E2-FEAE-4D0C-9DBC-5E4C2FC3FB2A}" type="pres">
      <dgm:prSet presAssocID="{568A9435-2456-4E0B-938B-54C8E66F97F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D3490B1-84C8-48D8-BAAF-F9C80B0AC74E}" type="pres">
      <dgm:prSet presAssocID="{568A9435-2456-4E0B-938B-54C8E66F97FB}" presName="spaceRect" presStyleCnt="0"/>
      <dgm:spPr/>
    </dgm:pt>
    <dgm:pt modelId="{D27F89B9-7657-4CCA-81F3-5B0377857356}" type="pres">
      <dgm:prSet presAssocID="{568A9435-2456-4E0B-938B-54C8E66F97F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BAB6414-AA08-47E0-A63A-F281318F23D3}" type="presOf" srcId="{568A9435-2456-4E0B-938B-54C8E66F97FB}" destId="{D27F89B9-7657-4CCA-81F3-5B0377857356}" srcOrd="0" destOrd="0" presId="urn:microsoft.com/office/officeart/2018/5/layout/IconCircleLabelList"/>
    <dgm:cxn modelId="{89820DA0-687C-4863-8ED3-91F5DBCA194F}" srcId="{B1515BD3-0875-4D5A-8854-E7F57D48AA97}" destId="{91F8B7D4-E89C-476E-9493-B56497E93632}" srcOrd="0" destOrd="0" parTransId="{0D9E62D4-4755-42AC-8227-75AC3A760654}" sibTransId="{136BEA20-9462-4C3F-A896-F98FF7E63CE0}"/>
    <dgm:cxn modelId="{0D3D29A6-FD91-4BDD-BB5F-567A5D9754AD}" type="presOf" srcId="{B1515BD3-0875-4D5A-8854-E7F57D48AA97}" destId="{34698B7A-CE2F-4C97-B953-37D3DC225086}" srcOrd="0" destOrd="0" presId="urn:microsoft.com/office/officeart/2018/5/layout/IconCircleLabelList"/>
    <dgm:cxn modelId="{63CE46BE-E633-4C8A-B070-384CB6E31068}" type="presOf" srcId="{91F8B7D4-E89C-476E-9493-B56497E93632}" destId="{6F579072-21F2-45A4-A8D3-557BB1516AB4}" srcOrd="0" destOrd="0" presId="urn:microsoft.com/office/officeart/2018/5/layout/IconCircleLabelList"/>
    <dgm:cxn modelId="{F98DBCC9-B3F3-42BB-B924-F1459A6CB11C}" srcId="{B1515BD3-0875-4D5A-8854-E7F57D48AA97}" destId="{568A9435-2456-4E0B-938B-54C8E66F97FB}" srcOrd="1" destOrd="0" parTransId="{42D9F8E6-B214-47A5-AB46-37CBA9A2F95A}" sibTransId="{05F4ACD8-327A-4442-8F5F-6550F8021E22}"/>
    <dgm:cxn modelId="{B6679614-6841-4A84-8C3D-87798E1A7187}" type="presParOf" srcId="{34698B7A-CE2F-4C97-B953-37D3DC225086}" destId="{7AE80B6E-1D78-41C9-99EA-E3018B47EC31}" srcOrd="0" destOrd="0" presId="urn:microsoft.com/office/officeart/2018/5/layout/IconCircleLabelList"/>
    <dgm:cxn modelId="{11D6F895-1E1A-4EED-B10A-A19E9EDD93D5}" type="presParOf" srcId="{7AE80B6E-1D78-41C9-99EA-E3018B47EC31}" destId="{60B132CF-9C08-45CA-B950-6669A8AA7F80}" srcOrd="0" destOrd="0" presId="urn:microsoft.com/office/officeart/2018/5/layout/IconCircleLabelList"/>
    <dgm:cxn modelId="{275710B6-CAD2-4B65-88E0-7709CA1BE9D7}" type="presParOf" srcId="{7AE80B6E-1D78-41C9-99EA-E3018B47EC31}" destId="{50EF7D3B-C5EF-469D-B5FC-2C0324B5F38A}" srcOrd="1" destOrd="0" presId="urn:microsoft.com/office/officeart/2018/5/layout/IconCircleLabelList"/>
    <dgm:cxn modelId="{E4D71516-2423-4F7F-B4B2-5D75BCD8041E}" type="presParOf" srcId="{7AE80B6E-1D78-41C9-99EA-E3018B47EC31}" destId="{3F36EFDD-56C9-45A1-94B9-D69AE80BED72}" srcOrd="2" destOrd="0" presId="urn:microsoft.com/office/officeart/2018/5/layout/IconCircleLabelList"/>
    <dgm:cxn modelId="{CC540E1C-1C29-40EF-ABCE-3CFE33BA201A}" type="presParOf" srcId="{7AE80B6E-1D78-41C9-99EA-E3018B47EC31}" destId="{6F579072-21F2-45A4-A8D3-557BB1516AB4}" srcOrd="3" destOrd="0" presId="urn:microsoft.com/office/officeart/2018/5/layout/IconCircleLabelList"/>
    <dgm:cxn modelId="{7A3A8D6A-8417-492C-9D16-C21CB342B541}" type="presParOf" srcId="{34698B7A-CE2F-4C97-B953-37D3DC225086}" destId="{51737BE0-FFA7-45F8-9057-462E4B00F326}" srcOrd="1" destOrd="0" presId="urn:microsoft.com/office/officeart/2018/5/layout/IconCircleLabelList"/>
    <dgm:cxn modelId="{DDA29C67-56AF-47E3-9524-854CB53CB57B}" type="presParOf" srcId="{34698B7A-CE2F-4C97-B953-37D3DC225086}" destId="{0D588F26-7B26-4A89-9424-85CF10C268B9}" srcOrd="2" destOrd="0" presId="urn:microsoft.com/office/officeart/2018/5/layout/IconCircleLabelList"/>
    <dgm:cxn modelId="{8B80FFB0-B250-4E07-AC3D-73808C1BBE05}" type="presParOf" srcId="{0D588F26-7B26-4A89-9424-85CF10C268B9}" destId="{0978EE96-4700-4C2C-918B-BA37B1967064}" srcOrd="0" destOrd="0" presId="urn:microsoft.com/office/officeart/2018/5/layout/IconCircleLabelList"/>
    <dgm:cxn modelId="{FAF9FA8F-C417-4E2D-95E9-BE7810033902}" type="presParOf" srcId="{0D588F26-7B26-4A89-9424-85CF10C268B9}" destId="{A12BB2E2-FEAE-4D0C-9DBC-5E4C2FC3FB2A}" srcOrd="1" destOrd="0" presId="urn:microsoft.com/office/officeart/2018/5/layout/IconCircleLabelList"/>
    <dgm:cxn modelId="{A2D35791-8D7C-4283-8482-30C9103CA3F9}" type="presParOf" srcId="{0D588F26-7B26-4A89-9424-85CF10C268B9}" destId="{1D3490B1-84C8-48D8-BAAF-F9C80B0AC74E}" srcOrd="2" destOrd="0" presId="urn:microsoft.com/office/officeart/2018/5/layout/IconCircleLabelList"/>
    <dgm:cxn modelId="{C9FE4804-DD55-451C-A19B-56372F6EB4DD}" type="presParOf" srcId="{0D588F26-7B26-4A89-9424-85CF10C268B9}" destId="{D27F89B9-7657-4CCA-81F3-5B037785735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098D37-E28F-4C0D-98AE-9468E494265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1A03326-D625-4549-B013-98B584A19671}">
      <dgm:prSet/>
      <dgm:spPr/>
      <dgm:t>
        <a:bodyPr/>
        <a:lstStyle/>
        <a:p>
          <a:r>
            <a:rPr lang="en-US" baseline="0"/>
            <a:t>Not sturdy enough</a:t>
          </a:r>
          <a:endParaRPr lang="en-US"/>
        </a:p>
      </dgm:t>
    </dgm:pt>
    <dgm:pt modelId="{0D6E1770-0929-4293-B421-33A27C8421D1}" type="parTrans" cxnId="{7AF530A5-A6AC-4E0C-BB2B-7C711830CBF0}">
      <dgm:prSet/>
      <dgm:spPr/>
      <dgm:t>
        <a:bodyPr/>
        <a:lstStyle/>
        <a:p>
          <a:endParaRPr lang="en-US"/>
        </a:p>
      </dgm:t>
    </dgm:pt>
    <dgm:pt modelId="{2B7A8AC3-BF0D-40C9-B9BD-0D4E4493D8E8}" type="sibTrans" cxnId="{7AF530A5-A6AC-4E0C-BB2B-7C711830CBF0}">
      <dgm:prSet/>
      <dgm:spPr/>
      <dgm:t>
        <a:bodyPr/>
        <a:lstStyle/>
        <a:p>
          <a:endParaRPr lang="en-US"/>
        </a:p>
      </dgm:t>
    </dgm:pt>
    <dgm:pt modelId="{F271D635-DAA3-4579-9404-A4E8FE1B253E}">
      <dgm:prSet/>
      <dgm:spPr/>
      <dgm:t>
        <a:bodyPr/>
        <a:lstStyle/>
        <a:p>
          <a:r>
            <a:rPr lang="en-US" baseline="0"/>
            <a:t>Uncomfortable to hold</a:t>
          </a:r>
          <a:endParaRPr lang="en-US"/>
        </a:p>
      </dgm:t>
    </dgm:pt>
    <dgm:pt modelId="{E1DE977F-28F4-45E5-AC4A-2B06D67F3A38}" type="parTrans" cxnId="{2A4D1847-CF8C-4707-9674-0C75D3034D02}">
      <dgm:prSet/>
      <dgm:spPr/>
      <dgm:t>
        <a:bodyPr/>
        <a:lstStyle/>
        <a:p>
          <a:endParaRPr lang="en-US"/>
        </a:p>
      </dgm:t>
    </dgm:pt>
    <dgm:pt modelId="{44D45B9C-D135-4E24-A876-E9482DD848B0}" type="sibTrans" cxnId="{2A4D1847-CF8C-4707-9674-0C75D3034D02}">
      <dgm:prSet/>
      <dgm:spPr/>
      <dgm:t>
        <a:bodyPr/>
        <a:lstStyle/>
        <a:p>
          <a:endParaRPr lang="en-US"/>
        </a:p>
      </dgm:t>
    </dgm:pt>
    <dgm:pt modelId="{75B82B21-9BB4-42D0-BCFB-D44595BE8502}" type="pres">
      <dgm:prSet presAssocID="{F8098D37-E28F-4C0D-98AE-9468E4942659}" presName="linear" presStyleCnt="0">
        <dgm:presLayoutVars>
          <dgm:animLvl val="lvl"/>
          <dgm:resizeHandles val="exact"/>
        </dgm:presLayoutVars>
      </dgm:prSet>
      <dgm:spPr/>
    </dgm:pt>
    <dgm:pt modelId="{7DD47F36-1EF6-4834-8DF0-3EE361681BEA}" type="pres">
      <dgm:prSet presAssocID="{61A03326-D625-4549-B013-98B584A1967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C66CB92-CA13-44B1-828D-E697486AC7BD}" type="pres">
      <dgm:prSet presAssocID="{2B7A8AC3-BF0D-40C9-B9BD-0D4E4493D8E8}" presName="spacer" presStyleCnt="0"/>
      <dgm:spPr/>
    </dgm:pt>
    <dgm:pt modelId="{DC96B9BB-E602-4376-90D0-F969053F627D}" type="pres">
      <dgm:prSet presAssocID="{F271D635-DAA3-4579-9404-A4E8FE1B253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A4D1847-CF8C-4707-9674-0C75D3034D02}" srcId="{F8098D37-E28F-4C0D-98AE-9468E4942659}" destId="{F271D635-DAA3-4579-9404-A4E8FE1B253E}" srcOrd="1" destOrd="0" parTransId="{E1DE977F-28F4-45E5-AC4A-2B06D67F3A38}" sibTransId="{44D45B9C-D135-4E24-A876-E9482DD848B0}"/>
    <dgm:cxn modelId="{0E5AAE93-65A0-4C35-A1F6-E8955E15976B}" type="presOf" srcId="{F271D635-DAA3-4579-9404-A4E8FE1B253E}" destId="{DC96B9BB-E602-4376-90D0-F969053F627D}" srcOrd="0" destOrd="0" presId="urn:microsoft.com/office/officeart/2005/8/layout/vList2"/>
    <dgm:cxn modelId="{7AF530A5-A6AC-4E0C-BB2B-7C711830CBF0}" srcId="{F8098D37-E28F-4C0D-98AE-9468E4942659}" destId="{61A03326-D625-4549-B013-98B584A19671}" srcOrd="0" destOrd="0" parTransId="{0D6E1770-0929-4293-B421-33A27C8421D1}" sibTransId="{2B7A8AC3-BF0D-40C9-B9BD-0D4E4493D8E8}"/>
    <dgm:cxn modelId="{FA8CC4C3-28A6-4B1A-8725-35C8DD5C970E}" type="presOf" srcId="{F8098D37-E28F-4C0D-98AE-9468E4942659}" destId="{75B82B21-9BB4-42D0-BCFB-D44595BE8502}" srcOrd="0" destOrd="0" presId="urn:microsoft.com/office/officeart/2005/8/layout/vList2"/>
    <dgm:cxn modelId="{764D58ED-D581-4C1A-9C79-091B52D9068C}" type="presOf" srcId="{61A03326-D625-4549-B013-98B584A19671}" destId="{7DD47F36-1EF6-4834-8DF0-3EE361681BEA}" srcOrd="0" destOrd="0" presId="urn:microsoft.com/office/officeart/2005/8/layout/vList2"/>
    <dgm:cxn modelId="{320D7587-D6C7-4005-BE03-A40984B41C1C}" type="presParOf" srcId="{75B82B21-9BB4-42D0-BCFB-D44595BE8502}" destId="{7DD47F36-1EF6-4834-8DF0-3EE361681BEA}" srcOrd="0" destOrd="0" presId="urn:microsoft.com/office/officeart/2005/8/layout/vList2"/>
    <dgm:cxn modelId="{A975FFB7-AB69-4CBC-A3EB-49842DDCB916}" type="presParOf" srcId="{75B82B21-9BB4-42D0-BCFB-D44595BE8502}" destId="{4C66CB92-CA13-44B1-828D-E697486AC7BD}" srcOrd="1" destOrd="0" presId="urn:microsoft.com/office/officeart/2005/8/layout/vList2"/>
    <dgm:cxn modelId="{108EB029-8CFC-4AE9-BFC0-4430DC6B23D8}" type="presParOf" srcId="{75B82B21-9BB4-42D0-BCFB-D44595BE8502}" destId="{DC96B9BB-E602-4376-90D0-F969053F627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F1532D-52FE-4719-95CE-7F5E14DE772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ED341E-8392-498C-99AB-C817456AB484}">
      <dgm:prSet/>
      <dgm:spPr/>
      <dgm:t>
        <a:bodyPr/>
        <a:lstStyle/>
        <a:p>
          <a:r>
            <a:rPr lang="en-US" baseline="0"/>
            <a:t>How to use 3dPrinterOS</a:t>
          </a:r>
          <a:endParaRPr lang="en-US"/>
        </a:p>
      </dgm:t>
    </dgm:pt>
    <dgm:pt modelId="{C1EA759E-4EA6-44D6-9D5A-A2B9A76032BC}" type="parTrans" cxnId="{D4C7824D-0D95-44DD-99DA-20FAC6D88F13}">
      <dgm:prSet/>
      <dgm:spPr/>
      <dgm:t>
        <a:bodyPr/>
        <a:lstStyle/>
        <a:p>
          <a:endParaRPr lang="en-US"/>
        </a:p>
      </dgm:t>
    </dgm:pt>
    <dgm:pt modelId="{ED1B23CF-CE9F-4D96-ADC8-0BE06207EC4D}" type="sibTrans" cxnId="{D4C7824D-0D95-44DD-99DA-20FAC6D88F13}">
      <dgm:prSet/>
      <dgm:spPr/>
      <dgm:t>
        <a:bodyPr/>
        <a:lstStyle/>
        <a:p>
          <a:endParaRPr lang="en-US"/>
        </a:p>
      </dgm:t>
    </dgm:pt>
    <dgm:pt modelId="{41C35165-0299-4F83-AB54-EEEED7D91D30}">
      <dgm:prSet/>
      <dgm:spPr/>
      <dgm:t>
        <a:bodyPr/>
        <a:lstStyle/>
        <a:p>
          <a:r>
            <a:rPr lang="en-US" baseline="0"/>
            <a:t>How to pay and recieve the print at WPI</a:t>
          </a:r>
          <a:endParaRPr lang="en-US"/>
        </a:p>
      </dgm:t>
    </dgm:pt>
    <dgm:pt modelId="{1C786A1C-26E6-4991-9A6D-F7EE5286006C}" type="parTrans" cxnId="{ECCC9CF2-D51E-4FE7-955D-583C48C2B886}">
      <dgm:prSet/>
      <dgm:spPr/>
      <dgm:t>
        <a:bodyPr/>
        <a:lstStyle/>
        <a:p>
          <a:endParaRPr lang="en-US"/>
        </a:p>
      </dgm:t>
    </dgm:pt>
    <dgm:pt modelId="{9ABCD5C9-C17E-424C-A39C-8FACCFC0DAD5}" type="sibTrans" cxnId="{ECCC9CF2-D51E-4FE7-955D-583C48C2B886}">
      <dgm:prSet/>
      <dgm:spPr/>
      <dgm:t>
        <a:bodyPr/>
        <a:lstStyle/>
        <a:p>
          <a:endParaRPr lang="en-US"/>
        </a:p>
      </dgm:t>
    </dgm:pt>
    <dgm:pt modelId="{ADEF83D1-3929-4A1E-976C-C9AC5D29283F}">
      <dgm:prSet/>
      <dgm:spPr/>
      <dgm:t>
        <a:bodyPr/>
        <a:lstStyle/>
        <a:p>
          <a:r>
            <a:rPr lang="en-US" baseline="0"/>
            <a:t>Onshape</a:t>
          </a:r>
          <a:endParaRPr lang="en-US"/>
        </a:p>
      </dgm:t>
    </dgm:pt>
    <dgm:pt modelId="{75E3CC97-D379-422D-B7AA-88511F4DB57E}" type="parTrans" cxnId="{57502013-0E48-4F9B-AF4B-BB065C0FB3D0}">
      <dgm:prSet/>
      <dgm:spPr/>
      <dgm:t>
        <a:bodyPr/>
        <a:lstStyle/>
        <a:p>
          <a:endParaRPr lang="en-US"/>
        </a:p>
      </dgm:t>
    </dgm:pt>
    <dgm:pt modelId="{22643491-6C33-4717-8A3C-45FC35EEDF51}" type="sibTrans" cxnId="{57502013-0E48-4F9B-AF4B-BB065C0FB3D0}">
      <dgm:prSet/>
      <dgm:spPr/>
      <dgm:t>
        <a:bodyPr/>
        <a:lstStyle/>
        <a:p>
          <a:endParaRPr lang="en-US"/>
        </a:p>
      </dgm:t>
    </dgm:pt>
    <dgm:pt modelId="{DFBD98FD-BF28-4A0B-B38C-657FE9787872}" type="pres">
      <dgm:prSet presAssocID="{7AF1532D-52FE-4719-95CE-7F5E14DE7728}" presName="linear" presStyleCnt="0">
        <dgm:presLayoutVars>
          <dgm:animLvl val="lvl"/>
          <dgm:resizeHandles val="exact"/>
        </dgm:presLayoutVars>
      </dgm:prSet>
      <dgm:spPr/>
    </dgm:pt>
    <dgm:pt modelId="{66A39C95-B0BB-4A85-9B7E-DC2E4DA04D8A}" type="pres">
      <dgm:prSet presAssocID="{10ED341E-8392-498C-99AB-C817456AB48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2A4D5A2-CE3D-45E5-A596-DD8E0C368980}" type="pres">
      <dgm:prSet presAssocID="{ED1B23CF-CE9F-4D96-ADC8-0BE06207EC4D}" presName="spacer" presStyleCnt="0"/>
      <dgm:spPr/>
    </dgm:pt>
    <dgm:pt modelId="{C16A893D-E5FA-40CC-8455-B6CEF6334A18}" type="pres">
      <dgm:prSet presAssocID="{41C35165-0299-4F83-AB54-EEEED7D91D3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86227B1-B493-4D63-9D7A-4A613BE52438}" type="pres">
      <dgm:prSet presAssocID="{9ABCD5C9-C17E-424C-A39C-8FACCFC0DAD5}" presName="spacer" presStyleCnt="0"/>
      <dgm:spPr/>
    </dgm:pt>
    <dgm:pt modelId="{BC523705-9BE4-4C83-83D1-BFCAA646DC15}" type="pres">
      <dgm:prSet presAssocID="{ADEF83D1-3929-4A1E-976C-C9AC5D29283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7502013-0E48-4F9B-AF4B-BB065C0FB3D0}" srcId="{7AF1532D-52FE-4719-95CE-7F5E14DE7728}" destId="{ADEF83D1-3929-4A1E-976C-C9AC5D29283F}" srcOrd="2" destOrd="0" parTransId="{75E3CC97-D379-422D-B7AA-88511F4DB57E}" sibTransId="{22643491-6C33-4717-8A3C-45FC35EEDF51}"/>
    <dgm:cxn modelId="{FF3C1F1A-3A0E-4B98-9019-C333D12A0917}" type="presOf" srcId="{41C35165-0299-4F83-AB54-EEEED7D91D30}" destId="{C16A893D-E5FA-40CC-8455-B6CEF6334A18}" srcOrd="0" destOrd="0" presId="urn:microsoft.com/office/officeart/2005/8/layout/vList2"/>
    <dgm:cxn modelId="{D4C7824D-0D95-44DD-99DA-20FAC6D88F13}" srcId="{7AF1532D-52FE-4719-95CE-7F5E14DE7728}" destId="{10ED341E-8392-498C-99AB-C817456AB484}" srcOrd="0" destOrd="0" parTransId="{C1EA759E-4EA6-44D6-9D5A-A2B9A76032BC}" sibTransId="{ED1B23CF-CE9F-4D96-ADC8-0BE06207EC4D}"/>
    <dgm:cxn modelId="{FCE23BAC-03BA-43F2-95B2-980B2E28A014}" type="presOf" srcId="{7AF1532D-52FE-4719-95CE-7F5E14DE7728}" destId="{DFBD98FD-BF28-4A0B-B38C-657FE9787872}" srcOrd="0" destOrd="0" presId="urn:microsoft.com/office/officeart/2005/8/layout/vList2"/>
    <dgm:cxn modelId="{C7F862B0-0A05-431A-AB23-C6170A1CE107}" type="presOf" srcId="{10ED341E-8392-498C-99AB-C817456AB484}" destId="{66A39C95-B0BB-4A85-9B7E-DC2E4DA04D8A}" srcOrd="0" destOrd="0" presId="urn:microsoft.com/office/officeart/2005/8/layout/vList2"/>
    <dgm:cxn modelId="{647828E6-B757-4420-9B55-FD4DBCC28ADA}" type="presOf" srcId="{ADEF83D1-3929-4A1E-976C-C9AC5D29283F}" destId="{BC523705-9BE4-4C83-83D1-BFCAA646DC15}" srcOrd="0" destOrd="0" presId="urn:microsoft.com/office/officeart/2005/8/layout/vList2"/>
    <dgm:cxn modelId="{ECCC9CF2-D51E-4FE7-955D-583C48C2B886}" srcId="{7AF1532D-52FE-4719-95CE-7F5E14DE7728}" destId="{41C35165-0299-4F83-AB54-EEEED7D91D30}" srcOrd="1" destOrd="0" parTransId="{1C786A1C-26E6-4991-9A6D-F7EE5286006C}" sibTransId="{9ABCD5C9-C17E-424C-A39C-8FACCFC0DAD5}"/>
    <dgm:cxn modelId="{BEDD5D9B-7660-4850-9D13-82498F40C60F}" type="presParOf" srcId="{DFBD98FD-BF28-4A0B-B38C-657FE9787872}" destId="{66A39C95-B0BB-4A85-9B7E-DC2E4DA04D8A}" srcOrd="0" destOrd="0" presId="urn:microsoft.com/office/officeart/2005/8/layout/vList2"/>
    <dgm:cxn modelId="{F647E073-BE5A-4770-A70A-8DA83DC6F010}" type="presParOf" srcId="{DFBD98FD-BF28-4A0B-B38C-657FE9787872}" destId="{12A4D5A2-CE3D-45E5-A596-DD8E0C368980}" srcOrd="1" destOrd="0" presId="urn:microsoft.com/office/officeart/2005/8/layout/vList2"/>
    <dgm:cxn modelId="{1DDB24DF-B473-4DE7-B851-6B513908AB29}" type="presParOf" srcId="{DFBD98FD-BF28-4A0B-B38C-657FE9787872}" destId="{C16A893D-E5FA-40CC-8455-B6CEF6334A18}" srcOrd="2" destOrd="0" presId="urn:microsoft.com/office/officeart/2005/8/layout/vList2"/>
    <dgm:cxn modelId="{A054D3B1-50A4-4007-B559-74448F736F58}" type="presParOf" srcId="{DFBD98FD-BF28-4A0B-B38C-657FE9787872}" destId="{186227B1-B493-4D63-9D7A-4A613BE52438}" srcOrd="3" destOrd="0" presId="urn:microsoft.com/office/officeart/2005/8/layout/vList2"/>
    <dgm:cxn modelId="{EECA1B72-E513-4ABF-A4A4-6D2183ABAE6C}" type="presParOf" srcId="{DFBD98FD-BF28-4A0B-B38C-657FE9787872}" destId="{BC523705-9BE4-4C83-83D1-BFCAA646DC1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098D37-E28F-4C0D-98AE-9468E494265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1A03326-D625-4549-B013-98B584A19671}">
      <dgm:prSet/>
      <dgm:spPr/>
      <dgm:t>
        <a:bodyPr/>
        <a:lstStyle/>
        <a:p>
          <a:pPr rtl="0"/>
          <a:r>
            <a:rPr lang="en-US" baseline="0">
              <a:latin typeface="Century Schoolbook" panose="02040604050505020304"/>
            </a:rPr>
            <a:t>Development</a:t>
          </a:r>
          <a:r>
            <a:rPr lang="en-US">
              <a:latin typeface="Century Schoolbook" panose="02040604050505020304"/>
            </a:rPr>
            <a:t> Board</a:t>
          </a:r>
          <a:endParaRPr lang="en-US"/>
        </a:p>
      </dgm:t>
    </dgm:pt>
    <dgm:pt modelId="{0D6E1770-0929-4293-B421-33A27C8421D1}" type="parTrans" cxnId="{7AF530A5-A6AC-4E0C-BB2B-7C711830CBF0}">
      <dgm:prSet/>
      <dgm:spPr/>
      <dgm:t>
        <a:bodyPr/>
        <a:lstStyle/>
        <a:p>
          <a:endParaRPr lang="en-US"/>
        </a:p>
      </dgm:t>
    </dgm:pt>
    <dgm:pt modelId="{2B7A8AC3-BF0D-40C9-B9BD-0D4E4493D8E8}" type="sibTrans" cxnId="{7AF530A5-A6AC-4E0C-BB2B-7C711830CBF0}">
      <dgm:prSet/>
      <dgm:spPr/>
      <dgm:t>
        <a:bodyPr/>
        <a:lstStyle/>
        <a:p>
          <a:endParaRPr lang="en-US"/>
        </a:p>
      </dgm:t>
    </dgm:pt>
    <dgm:pt modelId="{F271D635-DAA3-4579-9404-A4E8FE1B253E}">
      <dgm:prSet/>
      <dgm:spPr/>
      <dgm:t>
        <a:bodyPr/>
        <a:lstStyle/>
        <a:p>
          <a:pPr rtl="0"/>
          <a:r>
            <a:rPr lang="en-US" baseline="0">
              <a:latin typeface="Century Schoolbook" panose="02040604050505020304"/>
            </a:rPr>
            <a:t>Has</a:t>
          </a:r>
          <a:r>
            <a:rPr lang="en-US">
              <a:latin typeface="Century Schoolbook" panose="02040604050505020304"/>
            </a:rPr>
            <a:t> Wi-Fi and Bluetooth Capabilities</a:t>
          </a:r>
          <a:endParaRPr lang="en-US"/>
        </a:p>
      </dgm:t>
    </dgm:pt>
    <dgm:pt modelId="{E1DE977F-28F4-45E5-AC4A-2B06D67F3A38}" type="parTrans" cxnId="{2A4D1847-CF8C-4707-9674-0C75D3034D02}">
      <dgm:prSet/>
      <dgm:spPr/>
      <dgm:t>
        <a:bodyPr/>
        <a:lstStyle/>
        <a:p>
          <a:endParaRPr lang="en-US"/>
        </a:p>
      </dgm:t>
    </dgm:pt>
    <dgm:pt modelId="{44D45B9C-D135-4E24-A876-E9482DD848B0}" type="sibTrans" cxnId="{2A4D1847-CF8C-4707-9674-0C75D3034D02}">
      <dgm:prSet/>
      <dgm:spPr/>
      <dgm:t>
        <a:bodyPr/>
        <a:lstStyle/>
        <a:p>
          <a:endParaRPr lang="en-US"/>
        </a:p>
      </dgm:t>
    </dgm:pt>
    <dgm:pt modelId="{E853DE02-5518-41AF-97D9-CBF895DCED32}">
      <dgm:prSet phldr="0"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Programmed in C++</a:t>
          </a:r>
        </a:p>
      </dgm:t>
    </dgm:pt>
    <dgm:pt modelId="{3C84EC70-04D5-4BE7-B88D-21659F861175}" type="parTrans" cxnId="{93682A5D-A91C-48F2-AE2E-A94BAB7B67C6}">
      <dgm:prSet/>
      <dgm:spPr/>
    </dgm:pt>
    <dgm:pt modelId="{0071FFE6-9AE0-4B7A-A1D1-5447EEA6FB2D}" type="sibTrans" cxnId="{93682A5D-A91C-48F2-AE2E-A94BAB7B67C6}">
      <dgm:prSet/>
      <dgm:spPr/>
    </dgm:pt>
    <dgm:pt modelId="{75B82B21-9BB4-42D0-BCFB-D44595BE8502}" type="pres">
      <dgm:prSet presAssocID="{F8098D37-E28F-4C0D-98AE-9468E4942659}" presName="linear" presStyleCnt="0">
        <dgm:presLayoutVars>
          <dgm:animLvl val="lvl"/>
          <dgm:resizeHandles val="exact"/>
        </dgm:presLayoutVars>
      </dgm:prSet>
      <dgm:spPr/>
    </dgm:pt>
    <dgm:pt modelId="{7DD47F36-1EF6-4834-8DF0-3EE361681BEA}" type="pres">
      <dgm:prSet presAssocID="{61A03326-D625-4549-B013-98B584A196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66CB92-CA13-44B1-828D-E697486AC7BD}" type="pres">
      <dgm:prSet presAssocID="{2B7A8AC3-BF0D-40C9-B9BD-0D4E4493D8E8}" presName="spacer" presStyleCnt="0"/>
      <dgm:spPr/>
    </dgm:pt>
    <dgm:pt modelId="{DC96B9BB-E602-4376-90D0-F969053F627D}" type="pres">
      <dgm:prSet presAssocID="{F271D635-DAA3-4579-9404-A4E8FE1B253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0D012F6-9DAD-4351-9F6B-D229F9D9F9D2}" type="pres">
      <dgm:prSet presAssocID="{44D45B9C-D135-4E24-A876-E9482DD848B0}" presName="spacer" presStyleCnt="0"/>
      <dgm:spPr/>
    </dgm:pt>
    <dgm:pt modelId="{B7EA4579-8702-4E22-A0AE-6ABEE13FC5A8}" type="pres">
      <dgm:prSet presAssocID="{E853DE02-5518-41AF-97D9-CBF895DCED3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FA47034-7827-40D4-A771-31FFDBD0D19C}" type="presOf" srcId="{F271D635-DAA3-4579-9404-A4E8FE1B253E}" destId="{DC96B9BB-E602-4376-90D0-F969053F627D}" srcOrd="0" destOrd="0" presId="urn:microsoft.com/office/officeart/2005/8/layout/vList2"/>
    <dgm:cxn modelId="{93682A5D-A91C-48F2-AE2E-A94BAB7B67C6}" srcId="{F8098D37-E28F-4C0D-98AE-9468E4942659}" destId="{E853DE02-5518-41AF-97D9-CBF895DCED32}" srcOrd="2" destOrd="0" parTransId="{3C84EC70-04D5-4BE7-B88D-21659F861175}" sibTransId="{0071FFE6-9AE0-4B7A-A1D1-5447EEA6FB2D}"/>
    <dgm:cxn modelId="{2A4D1847-CF8C-4707-9674-0C75D3034D02}" srcId="{F8098D37-E28F-4C0D-98AE-9468E4942659}" destId="{F271D635-DAA3-4579-9404-A4E8FE1B253E}" srcOrd="1" destOrd="0" parTransId="{E1DE977F-28F4-45E5-AC4A-2B06D67F3A38}" sibTransId="{44D45B9C-D135-4E24-A876-E9482DD848B0}"/>
    <dgm:cxn modelId="{7AF530A5-A6AC-4E0C-BB2B-7C711830CBF0}" srcId="{F8098D37-E28F-4C0D-98AE-9468E4942659}" destId="{61A03326-D625-4549-B013-98B584A19671}" srcOrd="0" destOrd="0" parTransId="{0D6E1770-0929-4293-B421-33A27C8421D1}" sibTransId="{2B7A8AC3-BF0D-40C9-B9BD-0D4E4493D8E8}"/>
    <dgm:cxn modelId="{21E08FB7-7204-402C-94E6-76518FAF9F13}" type="presOf" srcId="{61A03326-D625-4549-B013-98B584A19671}" destId="{7DD47F36-1EF6-4834-8DF0-3EE361681BEA}" srcOrd="0" destOrd="0" presId="urn:microsoft.com/office/officeart/2005/8/layout/vList2"/>
    <dgm:cxn modelId="{FA8CC4C3-28A6-4B1A-8725-35C8DD5C970E}" type="presOf" srcId="{F8098D37-E28F-4C0D-98AE-9468E4942659}" destId="{75B82B21-9BB4-42D0-BCFB-D44595BE8502}" srcOrd="0" destOrd="0" presId="urn:microsoft.com/office/officeart/2005/8/layout/vList2"/>
    <dgm:cxn modelId="{A8C042DE-178D-4644-B54C-9DDD4728E455}" type="presOf" srcId="{E853DE02-5518-41AF-97D9-CBF895DCED32}" destId="{B7EA4579-8702-4E22-A0AE-6ABEE13FC5A8}" srcOrd="0" destOrd="0" presId="urn:microsoft.com/office/officeart/2005/8/layout/vList2"/>
    <dgm:cxn modelId="{91F90A9E-503A-4FA7-ADCD-768880FF6755}" type="presParOf" srcId="{75B82B21-9BB4-42D0-BCFB-D44595BE8502}" destId="{7DD47F36-1EF6-4834-8DF0-3EE361681BEA}" srcOrd="0" destOrd="0" presId="urn:microsoft.com/office/officeart/2005/8/layout/vList2"/>
    <dgm:cxn modelId="{9941CB9B-4060-402B-A343-6A929289F0A6}" type="presParOf" srcId="{75B82B21-9BB4-42D0-BCFB-D44595BE8502}" destId="{4C66CB92-CA13-44B1-828D-E697486AC7BD}" srcOrd="1" destOrd="0" presId="urn:microsoft.com/office/officeart/2005/8/layout/vList2"/>
    <dgm:cxn modelId="{9E36CC0E-0AE7-41B5-B91C-8EDF6F84C136}" type="presParOf" srcId="{75B82B21-9BB4-42D0-BCFB-D44595BE8502}" destId="{DC96B9BB-E602-4376-90D0-F969053F627D}" srcOrd="2" destOrd="0" presId="urn:microsoft.com/office/officeart/2005/8/layout/vList2"/>
    <dgm:cxn modelId="{73116006-3327-40E0-9D1D-493B39D99F3A}" type="presParOf" srcId="{75B82B21-9BB4-42D0-BCFB-D44595BE8502}" destId="{F0D012F6-9DAD-4351-9F6B-D229F9D9F9D2}" srcOrd="3" destOrd="0" presId="urn:microsoft.com/office/officeart/2005/8/layout/vList2"/>
    <dgm:cxn modelId="{7C9AA42D-6B51-4BF4-AEFF-D676EE2DFD47}" type="presParOf" srcId="{75B82B21-9BB4-42D0-BCFB-D44595BE8502}" destId="{B7EA4579-8702-4E22-A0AE-6ABEE13FC5A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098D37-E28F-4C0D-98AE-9468E494265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1A03326-D625-4549-B013-98B584A19671}">
      <dgm:prSet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Roughly same size as the ESP-32 Modules</a:t>
          </a:r>
          <a:endParaRPr lang="en-US"/>
        </a:p>
      </dgm:t>
    </dgm:pt>
    <dgm:pt modelId="{0D6E1770-0929-4293-B421-33A27C8421D1}" type="parTrans" cxnId="{7AF530A5-A6AC-4E0C-BB2B-7C711830CBF0}">
      <dgm:prSet/>
      <dgm:spPr/>
      <dgm:t>
        <a:bodyPr/>
        <a:lstStyle/>
        <a:p>
          <a:endParaRPr lang="en-US"/>
        </a:p>
      </dgm:t>
    </dgm:pt>
    <dgm:pt modelId="{2B7A8AC3-BF0D-40C9-B9BD-0D4E4493D8E8}" type="sibTrans" cxnId="{7AF530A5-A6AC-4E0C-BB2B-7C711830CBF0}">
      <dgm:prSet/>
      <dgm:spPr/>
      <dgm:t>
        <a:bodyPr/>
        <a:lstStyle/>
        <a:p>
          <a:endParaRPr lang="en-US"/>
        </a:p>
      </dgm:t>
    </dgm:pt>
    <dgm:pt modelId="{E853DE02-5518-41AF-97D9-CBF895DCED32}">
      <dgm:prSet phldr="0"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Used to secure the modules </a:t>
          </a:r>
        </a:p>
      </dgm:t>
    </dgm:pt>
    <dgm:pt modelId="{3C84EC70-04D5-4BE7-B88D-21659F861175}" type="parTrans" cxnId="{93682A5D-A91C-48F2-AE2E-A94BAB7B67C6}">
      <dgm:prSet/>
      <dgm:spPr/>
    </dgm:pt>
    <dgm:pt modelId="{0071FFE6-9AE0-4B7A-A1D1-5447EEA6FB2D}" type="sibTrans" cxnId="{93682A5D-A91C-48F2-AE2E-A94BAB7B67C6}">
      <dgm:prSet/>
      <dgm:spPr/>
    </dgm:pt>
    <dgm:pt modelId="{75B82B21-9BB4-42D0-BCFB-D44595BE8502}" type="pres">
      <dgm:prSet presAssocID="{F8098D37-E28F-4C0D-98AE-9468E4942659}" presName="linear" presStyleCnt="0">
        <dgm:presLayoutVars>
          <dgm:animLvl val="lvl"/>
          <dgm:resizeHandles val="exact"/>
        </dgm:presLayoutVars>
      </dgm:prSet>
      <dgm:spPr/>
    </dgm:pt>
    <dgm:pt modelId="{7DD47F36-1EF6-4834-8DF0-3EE361681BEA}" type="pres">
      <dgm:prSet presAssocID="{61A03326-D625-4549-B013-98B584A1967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C66CB92-CA13-44B1-828D-E697486AC7BD}" type="pres">
      <dgm:prSet presAssocID="{2B7A8AC3-BF0D-40C9-B9BD-0D4E4493D8E8}" presName="spacer" presStyleCnt="0"/>
      <dgm:spPr/>
    </dgm:pt>
    <dgm:pt modelId="{B7EA4579-8702-4E22-A0AE-6ABEE13FC5A8}" type="pres">
      <dgm:prSet presAssocID="{E853DE02-5518-41AF-97D9-CBF895DCED3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3682A5D-A91C-48F2-AE2E-A94BAB7B67C6}" srcId="{F8098D37-E28F-4C0D-98AE-9468E4942659}" destId="{E853DE02-5518-41AF-97D9-CBF895DCED32}" srcOrd="1" destOrd="0" parTransId="{3C84EC70-04D5-4BE7-B88D-21659F861175}" sibTransId="{0071FFE6-9AE0-4B7A-A1D1-5447EEA6FB2D}"/>
    <dgm:cxn modelId="{7AF530A5-A6AC-4E0C-BB2B-7C711830CBF0}" srcId="{F8098D37-E28F-4C0D-98AE-9468E4942659}" destId="{61A03326-D625-4549-B013-98B584A19671}" srcOrd="0" destOrd="0" parTransId="{0D6E1770-0929-4293-B421-33A27C8421D1}" sibTransId="{2B7A8AC3-BF0D-40C9-B9BD-0D4E4493D8E8}"/>
    <dgm:cxn modelId="{21E08FB7-7204-402C-94E6-76518FAF9F13}" type="presOf" srcId="{61A03326-D625-4549-B013-98B584A19671}" destId="{7DD47F36-1EF6-4834-8DF0-3EE361681BEA}" srcOrd="0" destOrd="0" presId="urn:microsoft.com/office/officeart/2005/8/layout/vList2"/>
    <dgm:cxn modelId="{FA8CC4C3-28A6-4B1A-8725-35C8DD5C970E}" type="presOf" srcId="{F8098D37-E28F-4C0D-98AE-9468E4942659}" destId="{75B82B21-9BB4-42D0-BCFB-D44595BE8502}" srcOrd="0" destOrd="0" presId="urn:microsoft.com/office/officeart/2005/8/layout/vList2"/>
    <dgm:cxn modelId="{A8C042DE-178D-4644-B54C-9DDD4728E455}" type="presOf" srcId="{E853DE02-5518-41AF-97D9-CBF895DCED32}" destId="{B7EA4579-8702-4E22-A0AE-6ABEE13FC5A8}" srcOrd="0" destOrd="0" presId="urn:microsoft.com/office/officeart/2005/8/layout/vList2"/>
    <dgm:cxn modelId="{91F90A9E-503A-4FA7-ADCD-768880FF6755}" type="presParOf" srcId="{75B82B21-9BB4-42D0-BCFB-D44595BE8502}" destId="{7DD47F36-1EF6-4834-8DF0-3EE361681BEA}" srcOrd="0" destOrd="0" presId="urn:microsoft.com/office/officeart/2005/8/layout/vList2"/>
    <dgm:cxn modelId="{9941CB9B-4060-402B-A343-6A929289F0A6}" type="presParOf" srcId="{75B82B21-9BB4-42D0-BCFB-D44595BE8502}" destId="{4C66CB92-CA13-44B1-828D-E697486AC7BD}" srcOrd="1" destOrd="0" presId="urn:microsoft.com/office/officeart/2005/8/layout/vList2"/>
    <dgm:cxn modelId="{7C9AA42D-6B51-4BF4-AEFF-D676EE2DFD47}" type="presParOf" srcId="{75B82B21-9BB4-42D0-BCFB-D44595BE8502}" destId="{B7EA4579-8702-4E22-A0AE-6ABEE13FC5A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098D37-E28F-4C0D-98AE-9468E494265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1A03326-D625-4549-B013-98B584A19671}">
      <dgm:prSet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Has 4-way output</a:t>
          </a:r>
          <a:endParaRPr lang="en-US"/>
        </a:p>
      </dgm:t>
    </dgm:pt>
    <dgm:pt modelId="{0D6E1770-0929-4293-B421-33A27C8421D1}" type="parTrans" cxnId="{7AF530A5-A6AC-4E0C-BB2B-7C711830CBF0}">
      <dgm:prSet/>
      <dgm:spPr/>
      <dgm:t>
        <a:bodyPr/>
        <a:lstStyle/>
        <a:p>
          <a:endParaRPr lang="en-US"/>
        </a:p>
      </dgm:t>
    </dgm:pt>
    <dgm:pt modelId="{2B7A8AC3-BF0D-40C9-B9BD-0D4E4493D8E8}" type="sibTrans" cxnId="{7AF530A5-A6AC-4E0C-BB2B-7C711830CBF0}">
      <dgm:prSet/>
      <dgm:spPr/>
      <dgm:t>
        <a:bodyPr/>
        <a:lstStyle/>
        <a:p>
          <a:endParaRPr lang="en-US"/>
        </a:p>
      </dgm:t>
    </dgm:pt>
    <dgm:pt modelId="{E853DE02-5518-41AF-97D9-CBF895DCED32}">
      <dgm:prSet phldr="0"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Outputs 5 Volts</a:t>
          </a:r>
        </a:p>
      </dgm:t>
    </dgm:pt>
    <dgm:pt modelId="{3C84EC70-04D5-4BE7-B88D-21659F861175}" type="parTrans" cxnId="{93682A5D-A91C-48F2-AE2E-A94BAB7B67C6}">
      <dgm:prSet/>
      <dgm:spPr/>
    </dgm:pt>
    <dgm:pt modelId="{0071FFE6-9AE0-4B7A-A1D1-5447EEA6FB2D}" type="sibTrans" cxnId="{93682A5D-A91C-48F2-AE2E-A94BAB7B67C6}">
      <dgm:prSet/>
      <dgm:spPr/>
    </dgm:pt>
    <dgm:pt modelId="{0DE8EEE1-E11A-40D3-82F8-85795C196905}">
      <dgm:prSet phldr="0"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Breadboards were initially planned to be stuck to it</a:t>
          </a:r>
        </a:p>
      </dgm:t>
    </dgm:pt>
    <dgm:pt modelId="{E36DF15F-20D2-402E-BA4E-0468389DDCA6}" type="parTrans" cxnId="{F2B9B635-3858-44AD-B5C1-8EC6006D622B}">
      <dgm:prSet/>
      <dgm:spPr/>
    </dgm:pt>
    <dgm:pt modelId="{7090CAE0-C377-4089-8C1A-29A38D57EB44}" type="sibTrans" cxnId="{F2B9B635-3858-44AD-B5C1-8EC6006D622B}">
      <dgm:prSet/>
      <dgm:spPr/>
    </dgm:pt>
    <dgm:pt modelId="{75B82B21-9BB4-42D0-BCFB-D44595BE8502}" type="pres">
      <dgm:prSet presAssocID="{F8098D37-E28F-4C0D-98AE-9468E4942659}" presName="linear" presStyleCnt="0">
        <dgm:presLayoutVars>
          <dgm:animLvl val="lvl"/>
          <dgm:resizeHandles val="exact"/>
        </dgm:presLayoutVars>
      </dgm:prSet>
      <dgm:spPr/>
    </dgm:pt>
    <dgm:pt modelId="{7DD47F36-1EF6-4834-8DF0-3EE361681BEA}" type="pres">
      <dgm:prSet presAssocID="{61A03326-D625-4549-B013-98B584A196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66CB92-CA13-44B1-828D-E697486AC7BD}" type="pres">
      <dgm:prSet presAssocID="{2B7A8AC3-BF0D-40C9-B9BD-0D4E4493D8E8}" presName="spacer" presStyleCnt="0"/>
      <dgm:spPr/>
    </dgm:pt>
    <dgm:pt modelId="{B7EA4579-8702-4E22-A0AE-6ABEE13FC5A8}" type="pres">
      <dgm:prSet presAssocID="{E853DE02-5518-41AF-97D9-CBF895DCED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93456A-0E23-420D-834B-E224047FCE75}" type="pres">
      <dgm:prSet presAssocID="{0071FFE6-9AE0-4B7A-A1D1-5447EEA6FB2D}" presName="spacer" presStyleCnt="0"/>
      <dgm:spPr/>
    </dgm:pt>
    <dgm:pt modelId="{F6C0F7A6-B518-46DD-B207-40AA6F7E2241}" type="pres">
      <dgm:prSet presAssocID="{0DE8EEE1-E11A-40D3-82F8-85795C19690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9CD0903-5C44-4C54-81ED-E28C8C95EDEF}" type="presOf" srcId="{E853DE02-5518-41AF-97D9-CBF895DCED32}" destId="{B7EA4579-8702-4E22-A0AE-6ABEE13FC5A8}" srcOrd="0" destOrd="0" presId="urn:microsoft.com/office/officeart/2005/8/layout/vList2"/>
    <dgm:cxn modelId="{72725621-D75A-4134-810C-F946685E5EA1}" type="presOf" srcId="{61A03326-D625-4549-B013-98B584A19671}" destId="{7DD47F36-1EF6-4834-8DF0-3EE361681BEA}" srcOrd="0" destOrd="0" presId="urn:microsoft.com/office/officeart/2005/8/layout/vList2"/>
    <dgm:cxn modelId="{F2B9B635-3858-44AD-B5C1-8EC6006D622B}" srcId="{F8098D37-E28F-4C0D-98AE-9468E4942659}" destId="{0DE8EEE1-E11A-40D3-82F8-85795C196905}" srcOrd="2" destOrd="0" parTransId="{E36DF15F-20D2-402E-BA4E-0468389DDCA6}" sibTransId="{7090CAE0-C377-4089-8C1A-29A38D57EB44}"/>
    <dgm:cxn modelId="{93682A5D-A91C-48F2-AE2E-A94BAB7B67C6}" srcId="{F8098D37-E28F-4C0D-98AE-9468E4942659}" destId="{E853DE02-5518-41AF-97D9-CBF895DCED32}" srcOrd="1" destOrd="0" parTransId="{3C84EC70-04D5-4BE7-B88D-21659F861175}" sibTransId="{0071FFE6-9AE0-4B7A-A1D1-5447EEA6FB2D}"/>
    <dgm:cxn modelId="{CD87F89B-A21F-4D97-805C-D4CE2C0E361A}" type="presOf" srcId="{0DE8EEE1-E11A-40D3-82F8-85795C196905}" destId="{F6C0F7A6-B518-46DD-B207-40AA6F7E2241}" srcOrd="0" destOrd="0" presId="urn:microsoft.com/office/officeart/2005/8/layout/vList2"/>
    <dgm:cxn modelId="{7AF530A5-A6AC-4E0C-BB2B-7C711830CBF0}" srcId="{F8098D37-E28F-4C0D-98AE-9468E4942659}" destId="{61A03326-D625-4549-B013-98B584A19671}" srcOrd="0" destOrd="0" parTransId="{0D6E1770-0929-4293-B421-33A27C8421D1}" sibTransId="{2B7A8AC3-BF0D-40C9-B9BD-0D4E4493D8E8}"/>
    <dgm:cxn modelId="{FA8CC4C3-28A6-4B1A-8725-35C8DD5C970E}" type="presOf" srcId="{F8098D37-E28F-4C0D-98AE-9468E4942659}" destId="{75B82B21-9BB4-42D0-BCFB-D44595BE8502}" srcOrd="0" destOrd="0" presId="urn:microsoft.com/office/officeart/2005/8/layout/vList2"/>
    <dgm:cxn modelId="{F01B2890-3343-4452-B898-889DF5287545}" type="presParOf" srcId="{75B82B21-9BB4-42D0-BCFB-D44595BE8502}" destId="{7DD47F36-1EF6-4834-8DF0-3EE361681BEA}" srcOrd="0" destOrd="0" presId="urn:microsoft.com/office/officeart/2005/8/layout/vList2"/>
    <dgm:cxn modelId="{C397F739-5032-42CE-8A02-98C56EB4D894}" type="presParOf" srcId="{75B82B21-9BB4-42D0-BCFB-D44595BE8502}" destId="{4C66CB92-CA13-44B1-828D-E697486AC7BD}" srcOrd="1" destOrd="0" presId="urn:microsoft.com/office/officeart/2005/8/layout/vList2"/>
    <dgm:cxn modelId="{343790A2-034A-4A09-8293-AB8C25903CB7}" type="presParOf" srcId="{75B82B21-9BB4-42D0-BCFB-D44595BE8502}" destId="{B7EA4579-8702-4E22-A0AE-6ABEE13FC5A8}" srcOrd="2" destOrd="0" presId="urn:microsoft.com/office/officeart/2005/8/layout/vList2"/>
    <dgm:cxn modelId="{85602458-8EB2-41BF-A037-D00BD8B16D9B}" type="presParOf" srcId="{75B82B21-9BB4-42D0-BCFB-D44595BE8502}" destId="{1793456A-0E23-420D-834B-E224047FCE75}" srcOrd="3" destOrd="0" presId="urn:microsoft.com/office/officeart/2005/8/layout/vList2"/>
    <dgm:cxn modelId="{FD1D686A-F0D0-48D0-99CE-6E7020281D14}" type="presParOf" srcId="{75B82B21-9BB4-42D0-BCFB-D44595BE8502}" destId="{F6C0F7A6-B518-46DD-B207-40AA6F7E224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8098D37-E28F-4C0D-98AE-9468E494265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1A03326-D625-4549-B013-98B584A19671}">
      <dgm:prSet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For connecting modules to power bank</a:t>
          </a:r>
          <a:endParaRPr lang="en-US"/>
        </a:p>
      </dgm:t>
    </dgm:pt>
    <dgm:pt modelId="{0D6E1770-0929-4293-B421-33A27C8421D1}" type="parTrans" cxnId="{7AF530A5-A6AC-4E0C-BB2B-7C711830CBF0}">
      <dgm:prSet/>
      <dgm:spPr/>
      <dgm:t>
        <a:bodyPr/>
        <a:lstStyle/>
        <a:p>
          <a:endParaRPr lang="en-US"/>
        </a:p>
      </dgm:t>
    </dgm:pt>
    <dgm:pt modelId="{2B7A8AC3-BF0D-40C9-B9BD-0D4E4493D8E8}" type="sibTrans" cxnId="{7AF530A5-A6AC-4E0C-BB2B-7C711830CBF0}">
      <dgm:prSet/>
      <dgm:spPr/>
      <dgm:t>
        <a:bodyPr/>
        <a:lstStyle/>
        <a:p>
          <a:endParaRPr lang="en-US"/>
        </a:p>
      </dgm:t>
    </dgm:pt>
    <dgm:pt modelId="{E853DE02-5518-41AF-97D9-CBF895DCED32}">
      <dgm:prSet phldr="0"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2 Short and 2 Long Cables </a:t>
          </a:r>
        </a:p>
      </dgm:t>
    </dgm:pt>
    <dgm:pt modelId="{3C84EC70-04D5-4BE7-B88D-21659F861175}" type="parTrans" cxnId="{93682A5D-A91C-48F2-AE2E-A94BAB7B67C6}">
      <dgm:prSet/>
      <dgm:spPr/>
    </dgm:pt>
    <dgm:pt modelId="{0071FFE6-9AE0-4B7A-A1D1-5447EEA6FB2D}" type="sibTrans" cxnId="{93682A5D-A91C-48F2-AE2E-A94BAB7B67C6}">
      <dgm:prSet/>
      <dgm:spPr/>
    </dgm:pt>
    <dgm:pt modelId="{0DE8EEE1-E11A-40D3-82F8-85795C196905}">
      <dgm:prSet phldr="0"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Easy and reliable power supply connection</a:t>
          </a:r>
        </a:p>
      </dgm:t>
    </dgm:pt>
    <dgm:pt modelId="{E36DF15F-20D2-402E-BA4E-0468389DDCA6}" type="parTrans" cxnId="{F2B9B635-3858-44AD-B5C1-8EC6006D622B}">
      <dgm:prSet/>
      <dgm:spPr/>
    </dgm:pt>
    <dgm:pt modelId="{7090CAE0-C377-4089-8C1A-29A38D57EB44}" type="sibTrans" cxnId="{F2B9B635-3858-44AD-B5C1-8EC6006D622B}">
      <dgm:prSet/>
      <dgm:spPr/>
    </dgm:pt>
    <dgm:pt modelId="{75B82B21-9BB4-42D0-BCFB-D44595BE8502}" type="pres">
      <dgm:prSet presAssocID="{F8098D37-E28F-4C0D-98AE-9468E4942659}" presName="linear" presStyleCnt="0">
        <dgm:presLayoutVars>
          <dgm:animLvl val="lvl"/>
          <dgm:resizeHandles val="exact"/>
        </dgm:presLayoutVars>
      </dgm:prSet>
      <dgm:spPr/>
    </dgm:pt>
    <dgm:pt modelId="{7DD47F36-1EF6-4834-8DF0-3EE361681BEA}" type="pres">
      <dgm:prSet presAssocID="{61A03326-D625-4549-B013-98B584A196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66CB92-CA13-44B1-828D-E697486AC7BD}" type="pres">
      <dgm:prSet presAssocID="{2B7A8AC3-BF0D-40C9-B9BD-0D4E4493D8E8}" presName="spacer" presStyleCnt="0"/>
      <dgm:spPr/>
    </dgm:pt>
    <dgm:pt modelId="{B7EA4579-8702-4E22-A0AE-6ABEE13FC5A8}" type="pres">
      <dgm:prSet presAssocID="{E853DE02-5518-41AF-97D9-CBF895DCED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93456A-0E23-420D-834B-E224047FCE75}" type="pres">
      <dgm:prSet presAssocID="{0071FFE6-9AE0-4B7A-A1D1-5447EEA6FB2D}" presName="spacer" presStyleCnt="0"/>
      <dgm:spPr/>
    </dgm:pt>
    <dgm:pt modelId="{F6C0F7A6-B518-46DD-B207-40AA6F7E2241}" type="pres">
      <dgm:prSet presAssocID="{0DE8EEE1-E11A-40D3-82F8-85795C19690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2B9B635-3858-44AD-B5C1-8EC6006D622B}" srcId="{F8098D37-E28F-4C0D-98AE-9468E4942659}" destId="{0DE8EEE1-E11A-40D3-82F8-85795C196905}" srcOrd="2" destOrd="0" parTransId="{E36DF15F-20D2-402E-BA4E-0468389DDCA6}" sibTransId="{7090CAE0-C377-4089-8C1A-29A38D57EB44}"/>
    <dgm:cxn modelId="{94E4993C-A335-4C15-9B64-19CF06D03FFD}" type="presOf" srcId="{E853DE02-5518-41AF-97D9-CBF895DCED32}" destId="{B7EA4579-8702-4E22-A0AE-6ABEE13FC5A8}" srcOrd="0" destOrd="0" presId="urn:microsoft.com/office/officeart/2005/8/layout/vList2"/>
    <dgm:cxn modelId="{93682A5D-A91C-48F2-AE2E-A94BAB7B67C6}" srcId="{F8098D37-E28F-4C0D-98AE-9468E4942659}" destId="{E853DE02-5518-41AF-97D9-CBF895DCED32}" srcOrd="1" destOrd="0" parTransId="{3C84EC70-04D5-4BE7-B88D-21659F861175}" sibTransId="{0071FFE6-9AE0-4B7A-A1D1-5447EEA6FB2D}"/>
    <dgm:cxn modelId="{485A7487-7BCE-4692-8F08-1E90FF25E01F}" type="presOf" srcId="{61A03326-D625-4549-B013-98B584A19671}" destId="{7DD47F36-1EF6-4834-8DF0-3EE361681BEA}" srcOrd="0" destOrd="0" presId="urn:microsoft.com/office/officeart/2005/8/layout/vList2"/>
    <dgm:cxn modelId="{7AF530A5-A6AC-4E0C-BB2B-7C711830CBF0}" srcId="{F8098D37-E28F-4C0D-98AE-9468E4942659}" destId="{61A03326-D625-4549-B013-98B584A19671}" srcOrd="0" destOrd="0" parTransId="{0D6E1770-0929-4293-B421-33A27C8421D1}" sibTransId="{2B7A8AC3-BF0D-40C9-B9BD-0D4E4493D8E8}"/>
    <dgm:cxn modelId="{FA8CC4C3-28A6-4B1A-8725-35C8DD5C970E}" type="presOf" srcId="{F8098D37-E28F-4C0D-98AE-9468E4942659}" destId="{75B82B21-9BB4-42D0-BCFB-D44595BE8502}" srcOrd="0" destOrd="0" presId="urn:microsoft.com/office/officeart/2005/8/layout/vList2"/>
    <dgm:cxn modelId="{51A92EC6-BA78-440B-9403-9E1567F63BB8}" type="presOf" srcId="{0DE8EEE1-E11A-40D3-82F8-85795C196905}" destId="{F6C0F7A6-B518-46DD-B207-40AA6F7E2241}" srcOrd="0" destOrd="0" presId="urn:microsoft.com/office/officeart/2005/8/layout/vList2"/>
    <dgm:cxn modelId="{81DE5834-F78B-4B3C-9F85-463267874B61}" type="presParOf" srcId="{75B82B21-9BB4-42D0-BCFB-D44595BE8502}" destId="{7DD47F36-1EF6-4834-8DF0-3EE361681BEA}" srcOrd="0" destOrd="0" presId="urn:microsoft.com/office/officeart/2005/8/layout/vList2"/>
    <dgm:cxn modelId="{85E2CC4D-4688-40BA-8C96-8E9D4CBDC991}" type="presParOf" srcId="{75B82B21-9BB4-42D0-BCFB-D44595BE8502}" destId="{4C66CB92-CA13-44B1-828D-E697486AC7BD}" srcOrd="1" destOrd="0" presId="urn:microsoft.com/office/officeart/2005/8/layout/vList2"/>
    <dgm:cxn modelId="{62E17B88-F9ED-4066-BA13-71D2FC387B31}" type="presParOf" srcId="{75B82B21-9BB4-42D0-BCFB-D44595BE8502}" destId="{B7EA4579-8702-4E22-A0AE-6ABEE13FC5A8}" srcOrd="2" destOrd="0" presId="urn:microsoft.com/office/officeart/2005/8/layout/vList2"/>
    <dgm:cxn modelId="{BE30787E-592B-4CCF-B073-5CF91C66EB9D}" type="presParOf" srcId="{75B82B21-9BB4-42D0-BCFB-D44595BE8502}" destId="{1793456A-0E23-420D-834B-E224047FCE75}" srcOrd="3" destOrd="0" presId="urn:microsoft.com/office/officeart/2005/8/layout/vList2"/>
    <dgm:cxn modelId="{45624F88-EB19-4A2F-BEFF-9B1308202E67}" type="presParOf" srcId="{75B82B21-9BB4-42D0-BCFB-D44595BE8502}" destId="{F6C0F7A6-B518-46DD-B207-40AA6F7E224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132CF-9C08-45CA-B950-6669A8AA7F80}">
      <dsp:nvSpPr>
        <dsp:cNvPr id="0" name=""/>
        <dsp:cNvSpPr/>
      </dsp:nvSpPr>
      <dsp:spPr>
        <a:xfrm>
          <a:off x="1179867" y="300738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F7D3B-C5EF-469D-B5FC-2C0324B5F38A}">
      <dsp:nvSpPr>
        <dsp:cNvPr id="0" name=""/>
        <dsp:cNvSpPr/>
      </dsp:nvSpPr>
      <dsp:spPr>
        <a:xfrm>
          <a:off x="1647867" y="76873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79072-21F2-45A4-A8D3-557BB1516AB4}">
      <dsp:nvSpPr>
        <dsp:cNvPr id="0" name=""/>
        <dsp:cNvSpPr/>
      </dsp:nvSpPr>
      <dsp:spPr>
        <a:xfrm>
          <a:off x="477867" y="318073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Container holding the </a:t>
          </a:r>
          <a:r>
            <a:rPr lang="en-US" sz="1700" kern="1200">
              <a:latin typeface="Century Schoolbook" panose="02040604050505020304"/>
            </a:rPr>
            <a:t>Bluetooth Modules</a:t>
          </a:r>
          <a:endParaRPr lang="en-US" sz="1700" kern="1200"/>
        </a:p>
      </dsp:txBody>
      <dsp:txXfrm>
        <a:off x="477867" y="3180739"/>
        <a:ext cx="3600000" cy="720000"/>
      </dsp:txXfrm>
    </dsp:sp>
    <dsp:sp modelId="{0978EE96-4700-4C2C-918B-BA37B1967064}">
      <dsp:nvSpPr>
        <dsp:cNvPr id="0" name=""/>
        <dsp:cNvSpPr/>
      </dsp:nvSpPr>
      <dsp:spPr>
        <a:xfrm>
          <a:off x="5409867" y="300738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BB2E2-FEAE-4D0C-9DBC-5E4C2FC3FB2A}">
      <dsp:nvSpPr>
        <dsp:cNvPr id="0" name=""/>
        <dsp:cNvSpPr/>
      </dsp:nvSpPr>
      <dsp:spPr>
        <a:xfrm>
          <a:off x="5877867" y="76873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F89B9-7657-4CCA-81F3-5B0377857356}">
      <dsp:nvSpPr>
        <dsp:cNvPr id="0" name=""/>
        <dsp:cNvSpPr/>
      </dsp:nvSpPr>
      <dsp:spPr>
        <a:xfrm>
          <a:off x="4707867" y="318073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Attached to the phone using phone holder used in cars</a:t>
          </a:r>
        </a:p>
      </dsp:txBody>
      <dsp:txXfrm>
        <a:off x="4707867" y="318073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47F36-1EF6-4834-8DF0-3EE361681BEA}">
      <dsp:nvSpPr>
        <dsp:cNvPr id="0" name=""/>
        <dsp:cNvSpPr/>
      </dsp:nvSpPr>
      <dsp:spPr>
        <a:xfrm>
          <a:off x="0" y="215092"/>
          <a:ext cx="3059367" cy="12331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Not sturdy enough</a:t>
          </a:r>
          <a:endParaRPr lang="en-US" sz="3100" kern="1200"/>
        </a:p>
      </dsp:txBody>
      <dsp:txXfrm>
        <a:off x="60199" y="275291"/>
        <a:ext cx="2938969" cy="1112781"/>
      </dsp:txXfrm>
    </dsp:sp>
    <dsp:sp modelId="{DC96B9BB-E602-4376-90D0-F969053F627D}">
      <dsp:nvSpPr>
        <dsp:cNvPr id="0" name=""/>
        <dsp:cNvSpPr/>
      </dsp:nvSpPr>
      <dsp:spPr>
        <a:xfrm>
          <a:off x="0" y="1537552"/>
          <a:ext cx="3059367" cy="1233179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Uncomfortable to hold</a:t>
          </a:r>
          <a:endParaRPr lang="en-US" sz="3100" kern="1200"/>
        </a:p>
      </dsp:txBody>
      <dsp:txXfrm>
        <a:off x="60199" y="1597751"/>
        <a:ext cx="2938969" cy="111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39C95-B0BB-4A85-9B7E-DC2E4DA04D8A}">
      <dsp:nvSpPr>
        <dsp:cNvPr id="0" name=""/>
        <dsp:cNvSpPr/>
      </dsp:nvSpPr>
      <dsp:spPr>
        <a:xfrm>
          <a:off x="0" y="37838"/>
          <a:ext cx="3254752" cy="12580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/>
            <a:t>How to use 3dPrinterOS</a:t>
          </a:r>
          <a:endParaRPr lang="en-US" sz="2300" kern="1200"/>
        </a:p>
      </dsp:txBody>
      <dsp:txXfrm>
        <a:off x="61413" y="99251"/>
        <a:ext cx="3131926" cy="1135216"/>
      </dsp:txXfrm>
    </dsp:sp>
    <dsp:sp modelId="{C16A893D-E5FA-40CC-8455-B6CEF6334A18}">
      <dsp:nvSpPr>
        <dsp:cNvPr id="0" name=""/>
        <dsp:cNvSpPr/>
      </dsp:nvSpPr>
      <dsp:spPr>
        <a:xfrm>
          <a:off x="0" y="1362121"/>
          <a:ext cx="3254752" cy="1258042"/>
        </a:xfrm>
        <a:prstGeom prst="roundRect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/>
            <a:t>How to pay and recieve the print at WPI</a:t>
          </a:r>
          <a:endParaRPr lang="en-US" sz="2300" kern="1200"/>
        </a:p>
      </dsp:txBody>
      <dsp:txXfrm>
        <a:off x="61413" y="1423534"/>
        <a:ext cx="3131926" cy="1135216"/>
      </dsp:txXfrm>
    </dsp:sp>
    <dsp:sp modelId="{BC523705-9BE4-4C83-83D1-BFCAA646DC15}">
      <dsp:nvSpPr>
        <dsp:cNvPr id="0" name=""/>
        <dsp:cNvSpPr/>
      </dsp:nvSpPr>
      <dsp:spPr>
        <a:xfrm>
          <a:off x="0" y="2686403"/>
          <a:ext cx="3254752" cy="1258042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/>
            <a:t>Onshape</a:t>
          </a:r>
          <a:endParaRPr lang="en-US" sz="2300" kern="1200"/>
        </a:p>
      </dsp:txBody>
      <dsp:txXfrm>
        <a:off x="61413" y="2747816"/>
        <a:ext cx="3131926" cy="11352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47F36-1EF6-4834-8DF0-3EE361681BEA}">
      <dsp:nvSpPr>
        <dsp:cNvPr id="0" name=""/>
        <dsp:cNvSpPr/>
      </dsp:nvSpPr>
      <dsp:spPr>
        <a:xfrm>
          <a:off x="0" y="204699"/>
          <a:ext cx="3059367" cy="8184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>
              <a:latin typeface="Century Schoolbook" panose="02040604050505020304"/>
            </a:rPr>
            <a:t>Development</a:t>
          </a:r>
          <a:r>
            <a:rPr lang="en-US" sz="2100" kern="1200">
              <a:latin typeface="Century Schoolbook" panose="02040604050505020304"/>
            </a:rPr>
            <a:t> Board</a:t>
          </a:r>
          <a:endParaRPr lang="en-US" sz="2100" kern="1200"/>
        </a:p>
      </dsp:txBody>
      <dsp:txXfrm>
        <a:off x="39955" y="244654"/>
        <a:ext cx="2979457" cy="738578"/>
      </dsp:txXfrm>
    </dsp:sp>
    <dsp:sp modelId="{DC96B9BB-E602-4376-90D0-F969053F627D}">
      <dsp:nvSpPr>
        <dsp:cNvPr id="0" name=""/>
        <dsp:cNvSpPr/>
      </dsp:nvSpPr>
      <dsp:spPr>
        <a:xfrm>
          <a:off x="0" y="1083667"/>
          <a:ext cx="3059367" cy="818488"/>
        </a:xfrm>
        <a:prstGeom prst="roundRect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>
              <a:latin typeface="Century Schoolbook" panose="02040604050505020304"/>
            </a:rPr>
            <a:t>Has</a:t>
          </a:r>
          <a:r>
            <a:rPr lang="en-US" sz="2100" kern="1200">
              <a:latin typeface="Century Schoolbook" panose="02040604050505020304"/>
            </a:rPr>
            <a:t> Wi-Fi and Bluetooth Capabilities</a:t>
          </a:r>
          <a:endParaRPr lang="en-US" sz="2100" kern="1200"/>
        </a:p>
      </dsp:txBody>
      <dsp:txXfrm>
        <a:off x="39955" y="1123622"/>
        <a:ext cx="2979457" cy="738578"/>
      </dsp:txXfrm>
    </dsp:sp>
    <dsp:sp modelId="{B7EA4579-8702-4E22-A0AE-6ABEE13FC5A8}">
      <dsp:nvSpPr>
        <dsp:cNvPr id="0" name=""/>
        <dsp:cNvSpPr/>
      </dsp:nvSpPr>
      <dsp:spPr>
        <a:xfrm>
          <a:off x="0" y="1962636"/>
          <a:ext cx="3059367" cy="818488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Century Schoolbook" panose="02040604050505020304"/>
            </a:rPr>
            <a:t>Programmed in C++</a:t>
          </a:r>
        </a:p>
      </dsp:txBody>
      <dsp:txXfrm>
        <a:off x="39955" y="2002591"/>
        <a:ext cx="2979457" cy="7385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47F36-1EF6-4834-8DF0-3EE361681BEA}">
      <dsp:nvSpPr>
        <dsp:cNvPr id="0" name=""/>
        <dsp:cNvSpPr/>
      </dsp:nvSpPr>
      <dsp:spPr>
        <a:xfrm>
          <a:off x="0" y="25731"/>
          <a:ext cx="3059367" cy="1429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entury Schoolbook" panose="02040604050505020304"/>
            </a:rPr>
            <a:t>Roughly same size as the ESP-32 Modules</a:t>
          </a:r>
          <a:endParaRPr lang="en-US" sz="2600" kern="1200"/>
        </a:p>
      </dsp:txBody>
      <dsp:txXfrm>
        <a:off x="69794" y="95525"/>
        <a:ext cx="2919779" cy="1290152"/>
      </dsp:txXfrm>
    </dsp:sp>
    <dsp:sp modelId="{B7EA4579-8702-4E22-A0AE-6ABEE13FC5A8}">
      <dsp:nvSpPr>
        <dsp:cNvPr id="0" name=""/>
        <dsp:cNvSpPr/>
      </dsp:nvSpPr>
      <dsp:spPr>
        <a:xfrm>
          <a:off x="0" y="1530352"/>
          <a:ext cx="3059367" cy="1429740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entury Schoolbook" panose="02040604050505020304"/>
            </a:rPr>
            <a:t>Used to secure the modules </a:t>
          </a:r>
        </a:p>
      </dsp:txBody>
      <dsp:txXfrm>
        <a:off x="69794" y="1600146"/>
        <a:ext cx="2919779" cy="12901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47F36-1EF6-4834-8DF0-3EE361681BEA}">
      <dsp:nvSpPr>
        <dsp:cNvPr id="0" name=""/>
        <dsp:cNvSpPr/>
      </dsp:nvSpPr>
      <dsp:spPr>
        <a:xfrm>
          <a:off x="0" y="388730"/>
          <a:ext cx="3059367" cy="7015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entury Schoolbook" panose="02040604050505020304"/>
            </a:rPr>
            <a:t>Has 4-way output</a:t>
          </a:r>
          <a:endParaRPr lang="en-US" sz="1800" kern="1200"/>
        </a:p>
      </dsp:txBody>
      <dsp:txXfrm>
        <a:off x="34247" y="422977"/>
        <a:ext cx="2990873" cy="633067"/>
      </dsp:txXfrm>
    </dsp:sp>
    <dsp:sp modelId="{B7EA4579-8702-4E22-A0AE-6ABEE13FC5A8}">
      <dsp:nvSpPr>
        <dsp:cNvPr id="0" name=""/>
        <dsp:cNvSpPr/>
      </dsp:nvSpPr>
      <dsp:spPr>
        <a:xfrm>
          <a:off x="0" y="1142131"/>
          <a:ext cx="3059367" cy="701561"/>
        </a:xfrm>
        <a:prstGeom prst="roundRect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entury Schoolbook" panose="02040604050505020304"/>
            </a:rPr>
            <a:t>Outputs 5 Volts</a:t>
          </a:r>
        </a:p>
      </dsp:txBody>
      <dsp:txXfrm>
        <a:off x="34247" y="1176378"/>
        <a:ext cx="2990873" cy="633067"/>
      </dsp:txXfrm>
    </dsp:sp>
    <dsp:sp modelId="{F6C0F7A6-B518-46DD-B207-40AA6F7E2241}">
      <dsp:nvSpPr>
        <dsp:cNvPr id="0" name=""/>
        <dsp:cNvSpPr/>
      </dsp:nvSpPr>
      <dsp:spPr>
        <a:xfrm>
          <a:off x="0" y="1895532"/>
          <a:ext cx="3059367" cy="701561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entury Schoolbook" panose="02040604050505020304"/>
            </a:rPr>
            <a:t>Breadboards were initially planned to be stuck to it</a:t>
          </a:r>
        </a:p>
      </dsp:txBody>
      <dsp:txXfrm>
        <a:off x="34247" y="1929779"/>
        <a:ext cx="2990873" cy="6330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47F36-1EF6-4834-8DF0-3EE361681BEA}">
      <dsp:nvSpPr>
        <dsp:cNvPr id="0" name=""/>
        <dsp:cNvSpPr/>
      </dsp:nvSpPr>
      <dsp:spPr>
        <a:xfrm>
          <a:off x="0" y="304461"/>
          <a:ext cx="3059367" cy="755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For connecting modules to power bank</a:t>
          </a:r>
          <a:endParaRPr lang="en-US" sz="1900" kern="1200"/>
        </a:p>
      </dsp:txBody>
      <dsp:txXfrm>
        <a:off x="36896" y="341357"/>
        <a:ext cx="2985575" cy="682028"/>
      </dsp:txXfrm>
    </dsp:sp>
    <dsp:sp modelId="{B7EA4579-8702-4E22-A0AE-6ABEE13FC5A8}">
      <dsp:nvSpPr>
        <dsp:cNvPr id="0" name=""/>
        <dsp:cNvSpPr/>
      </dsp:nvSpPr>
      <dsp:spPr>
        <a:xfrm>
          <a:off x="0" y="1115002"/>
          <a:ext cx="3059367" cy="755820"/>
        </a:xfrm>
        <a:prstGeom prst="roundRect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2 Short and 2 Long Cables </a:t>
          </a:r>
        </a:p>
      </dsp:txBody>
      <dsp:txXfrm>
        <a:off x="36896" y="1151898"/>
        <a:ext cx="2985575" cy="682028"/>
      </dsp:txXfrm>
    </dsp:sp>
    <dsp:sp modelId="{F6C0F7A6-B518-46DD-B207-40AA6F7E2241}">
      <dsp:nvSpPr>
        <dsp:cNvPr id="0" name=""/>
        <dsp:cNvSpPr/>
      </dsp:nvSpPr>
      <dsp:spPr>
        <a:xfrm>
          <a:off x="0" y="1925542"/>
          <a:ext cx="3059367" cy="755820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Easy and reliable power supply connection</a:t>
          </a:r>
        </a:p>
      </dsp:txBody>
      <dsp:txXfrm>
        <a:off x="36896" y="1962438"/>
        <a:ext cx="2985575" cy="682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35993-67EE-4F64-9744-043C40768FD7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C1444-177D-406F-8C01-8BDAD91D2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95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0B2DE6-AAF6-44DB-9781-0851318CBCA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42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9446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0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09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26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4/28/2022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2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4/28/2022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5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4/28/2022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3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6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0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6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9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6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3.png"/><Relationship Id="rId4" Type="http://schemas.openxmlformats.org/officeDocument/2006/relationships/diagramData" Target="../diagrams/data2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3.png"/><Relationship Id="rId5" Type="http://schemas.openxmlformats.org/officeDocument/2006/relationships/diagramLayout" Target="../diagrams/layout3.xml"/><Relationship Id="rId10" Type="http://schemas.openxmlformats.org/officeDocument/2006/relationships/image" Target="../media/image12.png"/><Relationship Id="rId4" Type="http://schemas.openxmlformats.org/officeDocument/2006/relationships/diagramData" Target="../diagrams/data3.xm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3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4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10" Type="http://schemas.openxmlformats.org/officeDocument/2006/relationships/image" Target="../media/image25.jpeg"/><Relationship Id="rId4" Type="http://schemas.openxmlformats.org/officeDocument/2006/relationships/diagramData" Target="../diagrams/data4.xml"/><Relationship Id="rId9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5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10" Type="http://schemas.openxmlformats.org/officeDocument/2006/relationships/image" Target="../media/image26.jpeg"/><Relationship Id="rId4" Type="http://schemas.openxmlformats.org/officeDocument/2006/relationships/diagramData" Target="../diagrams/data5.xml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6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diagramQuickStyle" Target="../diagrams/quickStyle6.xml"/><Relationship Id="rId11" Type="http://schemas.openxmlformats.org/officeDocument/2006/relationships/image" Target="../media/image28.jpeg"/><Relationship Id="rId5" Type="http://schemas.openxmlformats.org/officeDocument/2006/relationships/diagramLayout" Target="../diagrams/layout6.xml"/><Relationship Id="rId10" Type="http://schemas.openxmlformats.org/officeDocument/2006/relationships/image" Target="../media/image27.jpeg"/><Relationship Id="rId4" Type="http://schemas.openxmlformats.org/officeDocument/2006/relationships/diagramData" Target="../diagrams/data6.xml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7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10" Type="http://schemas.openxmlformats.org/officeDocument/2006/relationships/image" Target="../media/image29.jpeg"/><Relationship Id="rId4" Type="http://schemas.openxmlformats.org/officeDocument/2006/relationships/diagramData" Target="../diagrams/data7.xml"/><Relationship Id="rId9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dWnx4Nz0UI?feature=oembed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Nz1bO7yDaU?feature=oembed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864" y="1051551"/>
            <a:ext cx="3565524" cy="2384898"/>
          </a:xfrm>
        </p:spPr>
        <p:txBody>
          <a:bodyPr anchor="b">
            <a:normAutofit/>
          </a:bodyPr>
          <a:lstStyle/>
          <a:p>
            <a:r>
              <a:rPr lang="en-US" sz="4800" b="1">
                <a:cs typeface="Calibri Light"/>
              </a:rPr>
              <a:t>Bluetooth Detective</a:t>
            </a:r>
            <a:endParaRPr lang="en-US" sz="48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0863" y="3569008"/>
            <a:ext cx="3565525" cy="173165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By</a:t>
            </a:r>
            <a:endParaRPr lang="en-US">
              <a:solidFill>
                <a:schemeClr val="tx1">
                  <a:alpha val="60000"/>
                </a:schemeClr>
              </a:solidFill>
            </a:endParaRPr>
          </a:p>
          <a:p>
            <a:r>
              <a:rPr lang="en-US" sz="2000">
                <a:ea typeface="+mn-lt"/>
                <a:cs typeface="+mn-lt"/>
              </a:rPr>
              <a:t>Jessica Forrett, Ivan Martinovic, and Anna Cherkinsky</a:t>
            </a:r>
            <a:endParaRPr lang="en-US"/>
          </a:p>
          <a:p>
            <a:br>
              <a:rPr lang="en-US"/>
            </a:br>
            <a:endParaRPr lang="en-US"/>
          </a:p>
        </p:txBody>
      </p:sp>
      <p:pic>
        <p:nvPicPr>
          <p:cNvPr id="61" name="Picture 3">
            <a:extLst>
              <a:ext uri="{FF2B5EF4-FFF2-40B4-BE49-F238E27FC236}">
                <a16:creationId xmlns:a16="http://schemas.microsoft.com/office/drawing/2014/main" id="{5E012AA9-46AC-BC0A-C202-ED229A4E78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1" r="25837" b="-3"/>
          <a:stretch/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0B03-9C93-2032-3E1E-0DFEEF54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BluetoothDetective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5B492-83A4-DFD9-73BA-E22CE0E96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Device which helps the user find Bluetooth-connective items through a mobile device.</a:t>
            </a:r>
          </a:p>
          <a:p>
            <a:r>
              <a:rPr lang="en-US"/>
              <a:t>Uses an app with camera view to allow the user see where the object they are looking for is located.</a:t>
            </a:r>
          </a:p>
          <a:p>
            <a:r>
              <a:rPr lang="en-US"/>
              <a:t>The </a:t>
            </a:r>
            <a:r>
              <a:rPr lang="en-US" err="1"/>
              <a:t>BluetoothDetective</a:t>
            </a:r>
            <a:r>
              <a:rPr lang="en-US"/>
              <a:t> can catch signals from Bluetooth devices using certain modules. </a:t>
            </a:r>
          </a:p>
          <a:p>
            <a:pPr lvl="1"/>
            <a:r>
              <a:rPr lang="en-US" spc="10">
                <a:solidFill>
                  <a:srgbClr val="000000"/>
                </a:solidFill>
              </a:rPr>
              <a:t>It can also determine the distance of the device one is looking for from where the device with the app is located.</a:t>
            </a:r>
          </a:p>
          <a:p>
            <a:pPr lvl="2"/>
            <a:r>
              <a:rPr lang="en-US" spc="10">
                <a:solidFill>
                  <a:srgbClr val="000000"/>
                </a:solidFill>
              </a:rPr>
              <a:t>The device used to search would also be connected to </a:t>
            </a:r>
            <a:r>
              <a:rPr lang="en-US" spc="10" err="1">
                <a:solidFill>
                  <a:srgbClr val="000000"/>
                </a:solidFill>
              </a:rPr>
              <a:t>BluetoothDetective</a:t>
            </a:r>
            <a:r>
              <a:rPr lang="en-US" spc="10">
                <a:solidFill>
                  <a:srgbClr val="000000"/>
                </a:solidFill>
              </a:rPr>
              <a:t> via Bluetooth.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DE355AF-419C-44C9-B01A-EE7005B57C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57232" y="579350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4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2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F5EA-EA5C-179A-FDA1-DCFF5616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/>
              <a:t>Physical Design: Original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135CAE-761E-3BB8-B57C-213524DDFF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256986"/>
              </p:ext>
            </p:extLst>
          </p:nvPr>
        </p:nvGraphicFramePr>
        <p:xfrm>
          <a:off x="1262063" y="2013055"/>
          <a:ext cx="8785735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FDACA9A-07BD-45BB-B668-1F8185361D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047798" y="587017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0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7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97F9B-8664-9A79-F951-812750DC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81" y="240099"/>
            <a:ext cx="2718788" cy="1588701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Watercolor Paper Prototype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99FFE7-575D-2554-4A3B-2ACAA0244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2748344"/>
              </p:ext>
            </p:extLst>
          </p:nvPr>
        </p:nvGraphicFramePr>
        <p:xfrm>
          <a:off x="575276" y="2670595"/>
          <a:ext cx="3059367" cy="2985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6" name="Picture 16">
            <a:extLst>
              <a:ext uri="{FF2B5EF4-FFF2-40B4-BE49-F238E27FC236}">
                <a16:creationId xmlns:a16="http://schemas.microsoft.com/office/drawing/2014/main" id="{D26C3EB5-CC1A-DFC6-89D1-AE335611F43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7067" r="13167" b="382"/>
          <a:stretch/>
        </p:blipFill>
        <p:spPr>
          <a:xfrm>
            <a:off x="5662246" y="1033586"/>
            <a:ext cx="3837613" cy="4885331"/>
          </a:xfrm>
          <a:prstGeom prst="rect">
            <a:avLst/>
          </a:prstGeom>
        </p:spPr>
      </p:pic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3CDECEA-9EAB-494A-A06D-9ED4C93559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135884" y="569382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5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ED077-2D09-1A40-EF9B-15929F97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3D Print: Fail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43058-C50C-ECFE-72DF-4B9F85B60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821" y="1366389"/>
            <a:ext cx="3531703" cy="557106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400">
                <a:solidFill>
                  <a:schemeClr val="bg2"/>
                </a:solidFill>
                <a:ea typeface="Source Sans Pro"/>
              </a:rPr>
              <a:t>Did not render correctly</a:t>
            </a:r>
            <a:endParaRPr lang="en-US" sz="2400">
              <a:solidFill>
                <a:schemeClr val="bg2"/>
              </a:solidFill>
            </a:endParaRPr>
          </a:p>
        </p:txBody>
      </p:sp>
      <p:pic>
        <p:nvPicPr>
          <p:cNvPr id="4" name="Picture 4" descr="A picture containing floor&#10;&#10;Description automatically generated">
            <a:extLst>
              <a:ext uri="{FF2B5EF4-FFF2-40B4-BE49-F238E27FC236}">
                <a16:creationId xmlns:a16="http://schemas.microsoft.com/office/drawing/2014/main" id="{8E4D4E7E-C691-0805-620C-FF9C940CE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861" y="198133"/>
            <a:ext cx="4120662" cy="2935043"/>
          </a:xfrm>
          <a:prstGeom prst="rect">
            <a:avLst/>
          </a:prstGeom>
        </p:spPr>
      </p:pic>
      <p:pic>
        <p:nvPicPr>
          <p:cNvPr id="5" name="Picture 5" descr="A picture containing indoor, yellow&#10;&#10;Description automatically generated">
            <a:extLst>
              <a:ext uri="{FF2B5EF4-FFF2-40B4-BE49-F238E27FC236}">
                <a16:creationId xmlns:a16="http://schemas.microsoft.com/office/drawing/2014/main" id="{84BD7ADB-8F0E-7D87-0035-7866DA092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938" y="3412070"/>
            <a:ext cx="4081584" cy="3287016"/>
          </a:xfrm>
          <a:prstGeom prst="rect">
            <a:avLst/>
          </a:prstGeom>
        </p:spPr>
      </p:pic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40DD6A62-CA00-47FA-A72F-A54F2A021A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89281" y="560232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51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95022-3E68-EAFF-0537-4D72CC15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9" y="-4132"/>
            <a:ext cx="2718788" cy="2096701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Lessons from 3d Print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2D81BF-E6C6-C35B-F2B2-3383BEAFE4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9560294"/>
              </p:ext>
            </p:extLst>
          </p:nvPr>
        </p:nvGraphicFramePr>
        <p:xfrm>
          <a:off x="350584" y="1967210"/>
          <a:ext cx="3254752" cy="3982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3" name="Picture 23" descr="Diagram, engineering drawing&#10;&#10;Description automatically generated">
            <a:extLst>
              <a:ext uri="{FF2B5EF4-FFF2-40B4-BE49-F238E27FC236}">
                <a16:creationId xmlns:a16="http://schemas.microsoft.com/office/drawing/2014/main" id="{C0D95219-77A9-F18F-2404-3CB0A9607F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2483" y="81695"/>
            <a:ext cx="4819650" cy="3705225"/>
          </a:xfrm>
          <a:prstGeom prst="rect">
            <a:avLst/>
          </a:prstGeom>
        </p:spPr>
      </p:pic>
      <p:pic>
        <p:nvPicPr>
          <p:cNvPr id="24" name="Picture 24" descr="Text, whiteboard&#10;&#10;Description automatically generated">
            <a:extLst>
              <a:ext uri="{FF2B5EF4-FFF2-40B4-BE49-F238E27FC236}">
                <a16:creationId xmlns:a16="http://schemas.microsoft.com/office/drawing/2014/main" id="{733C7DD7-CECE-C112-E6D2-B59A69BFB0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3581" y="3571752"/>
            <a:ext cx="4524375" cy="3133725"/>
          </a:xfrm>
          <a:prstGeom prst="rect">
            <a:avLst/>
          </a:prstGeom>
        </p:spPr>
      </p:pic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0289B02-3076-4C5E-AB96-5C5E81E87E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537959" y="55016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3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84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66C88B-B170-4C69-85D3-FD6AD975F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0FE256-DF37-4639-8CB7-2E2F1897A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83C96-FC2A-9504-678F-DF834EA1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4215" y="-540356"/>
            <a:ext cx="5157591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>
                <a:solidFill>
                  <a:srgbClr val="FFFFFF"/>
                </a:solidFill>
              </a:rPr>
              <a:t>Back-up plan: Cardboard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9A-54B3-7FE3-95D3-682FFC496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600" y="4800600"/>
            <a:ext cx="5157592" cy="169164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D9D9D9"/>
                </a:solidFill>
              </a:rPr>
              <a:t>Sturdier than watercolor paper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DD1039A-772C-4213-A092-0D8A9EF4A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4" y="0"/>
            <a:ext cx="461996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5" descr="A picture containing outdoor, wooden, deck&#10;&#10;Description automatically generated">
            <a:extLst>
              <a:ext uri="{FF2B5EF4-FFF2-40B4-BE49-F238E27FC236}">
                <a16:creationId xmlns:a16="http://schemas.microsoft.com/office/drawing/2014/main" id="{2F9D69F7-C1DA-A564-4D00-1BB84E4F78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246" r="17864" b="15231"/>
          <a:stretch/>
        </p:blipFill>
        <p:spPr>
          <a:xfrm>
            <a:off x="902987" y="1659868"/>
            <a:ext cx="3718563" cy="335593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B39728D-66CA-4175-956D-FE26F3225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B99E78F-9F8D-44EA-B65C-D865B889BF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30162" y="576072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3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819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4367-1A12-BF42-E9BE-E6187F27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31" y="640080"/>
            <a:ext cx="3690425" cy="1363344"/>
          </a:xfrm>
        </p:spPr>
        <p:txBody>
          <a:bodyPr>
            <a:normAutofit/>
          </a:bodyPr>
          <a:lstStyle/>
          <a:p>
            <a:r>
              <a:rPr lang="en-US" sz="3200"/>
              <a:t>Physical design: reimagined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B9537-3E93-1108-70D9-8306DE908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31" y="2325157"/>
            <a:ext cx="3690425" cy="3854979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sz="1600">
                <a:ea typeface="Source Sans Pro"/>
              </a:rPr>
              <a:t>Our cardboard box design was too heavy for users</a:t>
            </a:r>
          </a:p>
          <a:p>
            <a:r>
              <a:rPr lang="en-US" sz="1600">
                <a:ea typeface="Source Sans Pro"/>
              </a:rPr>
              <a:t>Too large</a:t>
            </a:r>
          </a:p>
          <a:p>
            <a:r>
              <a:rPr lang="en-US" sz="1600">
                <a:ea typeface="Source Sans Pro"/>
              </a:rPr>
              <a:t>We decided that it should be stationary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6F959101-F959-4928-8297-8176EF966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102645"/>
            <a:ext cx="6155736" cy="4662970"/>
          </a:xfrm>
          <a:prstGeom prst="rect">
            <a:avLst/>
          </a:prstGeom>
        </p:spPr>
      </p:pic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CD6FCE5-2A07-42BE-8BD9-DEFAEDBD12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72368" y="56124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7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32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9C8665A-B6C6-46BB-9012-A9223856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6933A-DFE6-891B-F927-93FBB0C0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7200"/>
              <a:t>Digital Design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8964DE-AB9E-402E-8B81-8AA9BB479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61BE5E-E17F-47E3-AF50-969EA826B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83BEAF2-51DA-4E1B-BE4A-05C203E862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65426" y="541047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7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9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6CCD219-2B85-4925-A09D-D61A250E99F2}"/>
              </a:ext>
            </a:extLst>
          </p:cNvPr>
          <p:cNvSpPr txBox="1"/>
          <p:nvPr/>
        </p:nvSpPr>
        <p:spPr>
          <a:xfrm>
            <a:off x="396316" y="129209"/>
            <a:ext cx="304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SCREEN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8BCE2EBF-3172-49FA-B45E-4513C038BC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42469" y="6198700"/>
            <a:ext cx="487362" cy="487362"/>
          </a:xfrm>
          <a:prstGeom prst="rect">
            <a:avLst/>
          </a:prstGeom>
        </p:spPr>
      </p:pic>
      <p:pic>
        <p:nvPicPr>
          <p:cNvPr id="19" name="Picture 18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6BC053EF-1D20-4DCB-BB17-C8153204DF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660" y="1158043"/>
            <a:ext cx="2758679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21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8848"/>
    </mc:Choice>
    <mc:Fallback>
      <p:transition spd="slow" advClick="0" advTm="388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CF932EBE-DBA0-4236-85C0-D11F9128D3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4" name="Picture 3" descr="Graphical user interface, text, chat or text message&#10;&#10;Description automatically generated">
            <a:extLst>
              <a:ext uri="{FF2B5EF4-FFF2-40B4-BE49-F238E27FC236}">
                <a16:creationId xmlns:a16="http://schemas.microsoft.com/office/drawing/2014/main" id="{584FB206-0ECD-455F-AB25-0F8D3BF564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660" y="1049036"/>
            <a:ext cx="2758679" cy="453429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E69B0BF-6D0C-412F-B58C-ABB38E2D0BD5}"/>
              </a:ext>
            </a:extLst>
          </p:cNvPr>
          <p:cNvSpPr txBox="1"/>
          <p:nvPr/>
        </p:nvSpPr>
        <p:spPr>
          <a:xfrm>
            <a:off x="396316" y="129209"/>
            <a:ext cx="304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LOADING SCREEN</a:t>
            </a:r>
          </a:p>
        </p:txBody>
      </p:sp>
    </p:spTree>
    <p:extLst>
      <p:ext uri="{BB962C8B-B14F-4D97-AF65-F5344CB8AC3E}">
        <p14:creationId xmlns:p14="http://schemas.microsoft.com/office/powerpoint/2010/main" val="3483812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579"/>
    </mc:Choice>
    <mc:Fallback>
      <p:transition spd="slow" advTm="265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A647AF1C-965B-4F50-A454-DBB4260D4938}"/>
              </a:ext>
            </a:extLst>
          </p:cNvPr>
          <p:cNvSpPr txBox="1"/>
          <p:nvPr/>
        </p:nvSpPr>
        <p:spPr>
          <a:xfrm>
            <a:off x="396316" y="145111"/>
            <a:ext cx="304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CAMERA VIEW</a:t>
            </a:r>
          </a:p>
        </p:txBody>
      </p:sp>
      <p:pic>
        <p:nvPicPr>
          <p:cNvPr id="51" name="Audio 50">
            <a:hlinkClick r:id="" action="ppaction://media"/>
            <a:extLst>
              <a:ext uri="{FF2B5EF4-FFF2-40B4-BE49-F238E27FC236}">
                <a16:creationId xmlns:a16="http://schemas.microsoft.com/office/drawing/2014/main" id="{5903C4FA-EDDF-4287-B2CC-55EE443C5F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19" name="Picture 1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7F38F663-78C8-43A3-B6C2-80DD15A70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660" y="1161853"/>
            <a:ext cx="2758679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57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092"/>
    </mc:Choice>
    <mc:Fallback>
      <p:transition spd="slow" advTm="760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596B2148-3308-4B47-813F-384EF80D82BD}"/>
              </a:ext>
            </a:extLst>
          </p:cNvPr>
          <p:cNvSpPr txBox="1"/>
          <p:nvPr/>
        </p:nvSpPr>
        <p:spPr>
          <a:xfrm>
            <a:off x="396316" y="145111"/>
            <a:ext cx="304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SETTINGS MENU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EE92F262-A363-4D5B-B8F3-BD8A669C2A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25" name="Picture 24" descr="A screenshot of a phone&#10;&#10;Description automatically generated with medium confidence">
            <a:extLst>
              <a:ext uri="{FF2B5EF4-FFF2-40B4-BE49-F238E27FC236}">
                <a16:creationId xmlns:a16="http://schemas.microsoft.com/office/drawing/2014/main" id="{B81058BE-B399-40BA-899E-F3AE11E974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902" y="1173284"/>
            <a:ext cx="2728196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91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364"/>
    </mc:Choice>
    <mc:Fallback>
      <p:transition spd="slow" advTm="523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Audio 60">
            <a:hlinkClick r:id="" action="ppaction://media"/>
            <a:extLst>
              <a:ext uri="{FF2B5EF4-FFF2-40B4-BE49-F238E27FC236}">
                <a16:creationId xmlns:a16="http://schemas.microsoft.com/office/drawing/2014/main" id="{BB69F8F3-F373-40A1-87A9-8FDDF1F2CF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3" name="Picture 2" descr="A screenshot of a phone&#10;&#10;Description automatically generated with medium confidence">
            <a:extLst>
              <a:ext uri="{FF2B5EF4-FFF2-40B4-BE49-F238E27FC236}">
                <a16:creationId xmlns:a16="http://schemas.microsoft.com/office/drawing/2014/main" id="{375A3354-2EEA-49E2-B5E1-55C7B3D503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804" y="1184716"/>
            <a:ext cx="2728196" cy="4503810"/>
          </a:xfrm>
          <a:prstGeom prst="rect">
            <a:avLst/>
          </a:prstGeom>
        </p:spPr>
      </p:pic>
      <p:pic>
        <p:nvPicPr>
          <p:cNvPr id="39" name="Picture 3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34736CD9-1E6E-44C3-A4DF-742AAD9AD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77095"/>
            <a:ext cx="2743438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17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281"/>
    </mc:Choice>
    <mc:Fallback>
      <p:transition spd="slow" advTm="92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Audio 37">
            <a:hlinkClick r:id="" action="ppaction://media"/>
            <a:extLst>
              <a:ext uri="{FF2B5EF4-FFF2-40B4-BE49-F238E27FC236}">
                <a16:creationId xmlns:a16="http://schemas.microsoft.com/office/drawing/2014/main" id="{B2AA39F1-E26A-4ECB-8839-0127D229F5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3" name="Picture 2" descr="A screenshot of a phone&#10;&#10;Description automatically generated with medium confidence">
            <a:extLst>
              <a:ext uri="{FF2B5EF4-FFF2-40B4-BE49-F238E27FC236}">
                <a16:creationId xmlns:a16="http://schemas.microsoft.com/office/drawing/2014/main" id="{CB40C3BE-29B1-435A-9304-408AD60958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804" y="1154233"/>
            <a:ext cx="2728196" cy="4473328"/>
          </a:xfrm>
          <a:prstGeom prst="rect">
            <a:avLst/>
          </a:prstGeom>
        </p:spPr>
      </p:pic>
      <p:pic>
        <p:nvPicPr>
          <p:cNvPr id="25" name="Picture 24" descr="A pair of shoes on a couch&#10;&#10;Description automatically generated with low confidence">
            <a:extLst>
              <a:ext uri="{FF2B5EF4-FFF2-40B4-BE49-F238E27FC236}">
                <a16:creationId xmlns:a16="http://schemas.microsoft.com/office/drawing/2014/main" id="{45D256CD-ABD4-4D29-B2E1-F55DA6FAF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54233"/>
            <a:ext cx="2720576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4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620"/>
    </mc:Choice>
    <mc:Fallback>
      <p:transition spd="slow" advTm="18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07AB7C97-5DEF-466D-B4C6-6C2A80402A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4" name="Picture 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07D3230-56C3-4074-BEDD-A361E65398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131" y="1169474"/>
            <a:ext cx="5509737" cy="45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60"/>
    </mc:Choice>
    <mc:Fallback>
      <p:transition spd="slow" advTm="6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9C8665A-B6C6-46BB-9012-A9223856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6933A-DFE6-891B-F927-93FBB0C0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7200"/>
              <a:t>Electronic Components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8964DE-AB9E-402E-8B81-8AA9BB479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61BE5E-E17F-47E3-AF50-969EA826B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5711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97F9B-8664-9A79-F951-812750DC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81" y="240099"/>
            <a:ext cx="2718788" cy="1588701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ESP-32 Modules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99FFE7-575D-2554-4A3B-2ACAA0244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3332022"/>
              </p:ext>
            </p:extLst>
          </p:nvPr>
        </p:nvGraphicFramePr>
        <p:xfrm>
          <a:off x="575276" y="2670595"/>
          <a:ext cx="3059367" cy="2985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3">
            <a:hlinkClick r:id="" action="ppaction://media"/>
            <a:extLst>
              <a:ext uri="{FF2B5EF4-FFF2-40B4-BE49-F238E27FC236}">
                <a16:creationId xmlns:a16="http://schemas.microsoft.com/office/drawing/2014/main" id="{BB26E4CB-8A28-C67B-A658-94F7B01F67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977631" y="5247655"/>
            <a:ext cx="730250" cy="730250"/>
          </a:xfrm>
          <a:prstGeom prst="rect">
            <a:avLst/>
          </a:prstGeom>
        </p:spPr>
      </p:pic>
      <p:pic>
        <p:nvPicPr>
          <p:cNvPr id="7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D751ECBB-2F9A-F945-839F-F81D735D2B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7159" y="713731"/>
            <a:ext cx="5265682" cy="541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5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97F9B-8664-9A79-F951-812750DC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81" y="240099"/>
            <a:ext cx="2981546" cy="1588701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Breadboards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99FFE7-575D-2554-4A3B-2ACAA0244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241564"/>
              </p:ext>
            </p:extLst>
          </p:nvPr>
        </p:nvGraphicFramePr>
        <p:xfrm>
          <a:off x="575276" y="2670595"/>
          <a:ext cx="3059367" cy="2985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3">
            <a:hlinkClick r:id="" action="ppaction://media"/>
            <a:extLst>
              <a:ext uri="{FF2B5EF4-FFF2-40B4-BE49-F238E27FC236}">
                <a16:creationId xmlns:a16="http://schemas.microsoft.com/office/drawing/2014/main" id="{BB26E4CB-8A28-C67B-A658-94F7B01F67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977631" y="5247655"/>
            <a:ext cx="730250" cy="730250"/>
          </a:xfrm>
          <a:prstGeom prst="rect">
            <a:avLst/>
          </a:prstGeom>
        </p:spPr>
      </p:pic>
      <p:pic>
        <p:nvPicPr>
          <p:cNvPr id="356" name="Picture 356" descr="A picture containing wall&#10;&#10;Description automatically generated">
            <a:extLst>
              <a:ext uri="{FF2B5EF4-FFF2-40B4-BE49-F238E27FC236}">
                <a16:creationId xmlns:a16="http://schemas.microsoft.com/office/drawing/2014/main" id="{C4026881-9D01-AD9C-8EAD-E29222C315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6021" y="559203"/>
            <a:ext cx="4306613" cy="575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8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97F9B-8664-9A79-F951-812750DC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81" y="240099"/>
            <a:ext cx="2981546" cy="1588701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Power bank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99FFE7-575D-2554-4A3B-2ACAA0244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030181"/>
              </p:ext>
            </p:extLst>
          </p:nvPr>
        </p:nvGraphicFramePr>
        <p:xfrm>
          <a:off x="575276" y="2670595"/>
          <a:ext cx="3059367" cy="2985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3">
            <a:hlinkClick r:id="" action="ppaction://media"/>
            <a:extLst>
              <a:ext uri="{FF2B5EF4-FFF2-40B4-BE49-F238E27FC236}">
                <a16:creationId xmlns:a16="http://schemas.microsoft.com/office/drawing/2014/main" id="{BB26E4CB-8A28-C67B-A658-94F7B01F67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977631" y="5247655"/>
            <a:ext cx="730250" cy="730250"/>
          </a:xfrm>
          <a:prstGeom prst="rect">
            <a:avLst/>
          </a:prstGeom>
        </p:spPr>
      </p:pic>
      <p:pic>
        <p:nvPicPr>
          <p:cNvPr id="360" name="Picture 360" descr="A picture containing wall&#10;&#10;Description automatically generated">
            <a:extLst>
              <a:ext uri="{FF2B5EF4-FFF2-40B4-BE49-F238E27FC236}">
                <a16:creationId xmlns:a16="http://schemas.microsoft.com/office/drawing/2014/main" id="{484A8A15-6B6F-91C7-C996-61D26EC292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7489" y="1489841"/>
            <a:ext cx="2734264" cy="4114800"/>
          </a:xfrm>
          <a:prstGeom prst="rect">
            <a:avLst/>
          </a:prstGeom>
        </p:spPr>
      </p:pic>
      <p:pic>
        <p:nvPicPr>
          <p:cNvPr id="361" name="Picture 361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F8597C04-F9B3-189F-EAD8-627BA6FF5A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5538" y="1693216"/>
            <a:ext cx="3163613" cy="373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0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97F9B-8664-9A79-F951-812750DC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81" y="240099"/>
            <a:ext cx="3231166" cy="1588701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USB to USB-c cables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99FFE7-575D-2554-4A3B-2ACAA0244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7035509"/>
              </p:ext>
            </p:extLst>
          </p:nvPr>
        </p:nvGraphicFramePr>
        <p:xfrm>
          <a:off x="575276" y="2670595"/>
          <a:ext cx="3059367" cy="2985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3">
            <a:hlinkClick r:id="" action="ppaction://media"/>
            <a:extLst>
              <a:ext uri="{FF2B5EF4-FFF2-40B4-BE49-F238E27FC236}">
                <a16:creationId xmlns:a16="http://schemas.microsoft.com/office/drawing/2014/main" id="{BB26E4CB-8A28-C67B-A658-94F7B01F67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977631" y="5247655"/>
            <a:ext cx="730250" cy="730250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FDFA4498-184E-319F-5453-A97C93255E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6098721" y="1066032"/>
            <a:ext cx="3654878" cy="488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48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AFAB-2947-7750-C43C-1E86DC1C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Preview of the entire electronic system</a:t>
            </a:r>
          </a:p>
        </p:txBody>
      </p:sp>
      <p:pic>
        <p:nvPicPr>
          <p:cNvPr id="4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137A12DF-74B6-A273-CA2B-DA6F22F02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331" y="1693132"/>
            <a:ext cx="6421820" cy="481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13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AC6C-E291-7886-43E6-17254FAA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Accomplishment #1: Basic One-way communication</a:t>
            </a:r>
          </a:p>
        </p:txBody>
      </p:sp>
      <p:pic>
        <p:nvPicPr>
          <p:cNvPr id="3" name="Online Media 2" title="basic">
            <a:hlinkClick r:id="" action="ppaction://media"/>
            <a:extLst>
              <a:ext uri="{FF2B5EF4-FFF2-40B4-BE49-F238E27FC236}">
                <a16:creationId xmlns:a16="http://schemas.microsoft.com/office/drawing/2014/main" id="{57BCC278-EB0D-00D8-600F-3D3709658A5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12536" y="1609272"/>
            <a:ext cx="10391320" cy="549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01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08A1-E0D7-3868-AD7B-125BE0D8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Accomplishment #2: Multiple-two way communication - Sending Signal Strength Information</a:t>
            </a:r>
          </a:p>
        </p:txBody>
      </p:sp>
      <p:pic>
        <p:nvPicPr>
          <p:cNvPr id="4" name="Online Media 3" title="multiway">
            <a:hlinkClick r:id="" action="ppaction://media"/>
            <a:extLst>
              <a:ext uri="{FF2B5EF4-FFF2-40B4-BE49-F238E27FC236}">
                <a16:creationId xmlns:a16="http://schemas.microsoft.com/office/drawing/2014/main" id="{07A4E8F8-F349-7B38-37AA-726CE32DAC0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40393" y="1568451"/>
            <a:ext cx="10921998" cy="512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92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9C8665A-B6C6-46BB-9012-A9223856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6933A-DFE6-891B-F927-93FBB0C0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7200"/>
              <a:t>Thank You!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8964DE-AB9E-402E-8B81-8AA9BB479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61BE5E-E17F-47E3-AF50-969EA826B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2374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View</vt:lpstr>
      <vt:lpstr>Bluetooth Detective</vt:lpstr>
      <vt:lpstr>BluetoothDetective</vt:lpstr>
      <vt:lpstr>Physical Design: Original</vt:lpstr>
      <vt:lpstr>Watercolor Paper Prototype</vt:lpstr>
      <vt:lpstr>3D Print: Fail</vt:lpstr>
      <vt:lpstr>Lessons from 3d Print</vt:lpstr>
      <vt:lpstr>Back-up plan: Cardboard box</vt:lpstr>
      <vt:lpstr>Physical design: reimagined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Electronic Components</vt:lpstr>
      <vt:lpstr>ESP-32 Modules</vt:lpstr>
      <vt:lpstr>Breadboards</vt:lpstr>
      <vt:lpstr>Power bank</vt:lpstr>
      <vt:lpstr>USB to USB-c cables</vt:lpstr>
      <vt:lpstr>Preview of the entire electronic system</vt:lpstr>
      <vt:lpstr>Accomplishment #1: Basic One-way communication</vt:lpstr>
      <vt:lpstr>Accomplishment #2: Multiple-two way communication - Sending Signal Strength Information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</dc:creator>
  <cp:revision>1</cp:revision>
  <dcterms:created xsi:type="dcterms:W3CDTF">2022-04-28T02:46:14Z</dcterms:created>
  <dcterms:modified xsi:type="dcterms:W3CDTF">2022-04-29T02:27:36Z</dcterms:modified>
</cp:coreProperties>
</file>